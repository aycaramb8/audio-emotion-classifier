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1" r:id="rId5"/>
    <p:sldMasterId id="214748369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y="5143500" cx="9144000"/>
  <p:notesSz cx="6858000" cy="9144000"/>
  <p:embeddedFontLst>
    <p:embeddedFont>
      <p:font typeface="Assistant"/>
      <p:regular r:id="rId31"/>
      <p:bold r:id="rId32"/>
    </p:embeddedFont>
    <p:embeddedFont>
      <p:font typeface="Bebas Neue"/>
      <p:regular r:id="rId33"/>
    </p:embeddedFont>
    <p:embeddedFont>
      <p:font typeface="DM Serif Display"/>
      <p:regular r:id="rId34"/>
      <p: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C85EBD3-DA58-4F9F-8B02-1B75714766D6}">
  <a:tblStyle styleId="{9C85EBD3-DA58-4F9F-8B02-1B75714766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Assistant-regular.fntdata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BebasNeue-regular.fntdata"/><Relationship Id="rId10" Type="http://schemas.openxmlformats.org/officeDocument/2006/relationships/slide" Target="slides/slide3.xml"/><Relationship Id="rId32" Type="http://schemas.openxmlformats.org/officeDocument/2006/relationships/font" Target="fonts/Assistant-bold.fntdata"/><Relationship Id="rId13" Type="http://schemas.openxmlformats.org/officeDocument/2006/relationships/slide" Target="slides/slide6.xml"/><Relationship Id="rId35" Type="http://schemas.openxmlformats.org/officeDocument/2006/relationships/font" Target="fonts/DMSerifDisplay-italic.fntdata"/><Relationship Id="rId12" Type="http://schemas.openxmlformats.org/officeDocument/2006/relationships/slide" Target="slides/slide5.xml"/><Relationship Id="rId34" Type="http://schemas.openxmlformats.org/officeDocument/2006/relationships/font" Target="fonts/DMSerifDisplay-regular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d72f2a2545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g3d72f2a2545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d72f2a2545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5" name="Google Shape;475;g3d72f2a2545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d72f2a2545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g3d72f2a2545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d72f2a2545_2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9" name="Google Shape;489;g3d72f2a2545_2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d72f2a2545_2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g3d72f2a2545_2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d72f2a2545_2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1" name="Google Shape;501;g3d72f2a2545_2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d72f2a2545_2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g3d72f2a2545_2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d72f2a2545_2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g3d72f2a2545_2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d72f2a2545_2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g3d72f2a2545_2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d72f2a2545_2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g3d72f2a2545_2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3d72f2a2545_2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8" name="Google Shape;538;g3d72f2a2545_2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d72f2a2545_2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5" name="Google Shape;545;g3d72f2a2545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g3d72f2a2545_2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g3d72f2a2545_2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d72f2a2545_2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g3d72f2a2545_2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g3d72f2a2545_2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6" name="Google Shape;566;g3d72f2a2545_2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d72f2a2545_2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3" name="Google Shape;573;g3d72f2a2545_2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g3d72f2a2545_2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g3d72f2a2545_2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d72f2a2545_2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" name="Google Shape;587;g3d72f2a2545_2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d72f2a2545_2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g3d72f2a2545_2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3d72f2a2545_2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g3d72f2a2545_2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d72f2a2545_2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" name="Google Shape;607;g3d72f2a2545_2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d72f2a2545_2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3" name="Google Shape;613;g3d72f2a2545_2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3d72f2a2545_2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9" name="Google Shape;619;g3d72f2a2545_2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ctrTitle"/>
          </p:nvPr>
        </p:nvSpPr>
        <p:spPr>
          <a:xfrm>
            <a:off x="1842618" y="1052538"/>
            <a:ext cx="5540100" cy="21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100"/>
              <a:buFont typeface="DM Serif Display"/>
              <a:buNone/>
              <a:defRPr sz="6100"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100"/>
              <a:buFont typeface="DM Serif Display"/>
              <a:buNone/>
              <a:defRPr sz="6100"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100"/>
              <a:buFont typeface="DM Serif Display"/>
              <a:buNone/>
              <a:defRPr sz="6100"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100"/>
              <a:buFont typeface="DM Serif Display"/>
              <a:buNone/>
              <a:defRPr sz="6100"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100"/>
              <a:buFont typeface="DM Serif Display"/>
              <a:buNone/>
              <a:defRPr sz="6100"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100"/>
              <a:buFont typeface="DM Serif Display"/>
              <a:buNone/>
              <a:defRPr sz="6100"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100"/>
              <a:buFont typeface="DM Serif Display"/>
              <a:buNone/>
              <a:defRPr sz="6100"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100"/>
              <a:buFont typeface="DM Serif Display"/>
              <a:buNone/>
              <a:defRPr sz="6100"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842618" y="3546213"/>
            <a:ext cx="45288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15"/>
          <p:cNvGrpSpPr/>
          <p:nvPr/>
        </p:nvGrpSpPr>
        <p:grpSpPr>
          <a:xfrm>
            <a:off x="8603688" y="-152412"/>
            <a:ext cx="616500" cy="5355924"/>
            <a:chOff x="8603688" y="-152412"/>
            <a:chExt cx="616500" cy="5355924"/>
          </a:xfrm>
        </p:grpSpPr>
        <p:sp>
          <p:nvSpPr>
            <p:cNvPr id="58" name="Google Shape;58;p15"/>
            <p:cNvSpPr/>
            <p:nvPr/>
          </p:nvSpPr>
          <p:spPr>
            <a:xfrm>
              <a:off x="8603688" y="2766412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5"/>
            <p:cNvSpPr/>
            <p:nvPr/>
          </p:nvSpPr>
          <p:spPr>
            <a:xfrm>
              <a:off x="8603688" y="1307000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5"/>
            <p:cNvSpPr/>
            <p:nvPr/>
          </p:nvSpPr>
          <p:spPr>
            <a:xfrm>
              <a:off x="8603688" y="-152412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5"/>
            <p:cNvSpPr/>
            <p:nvPr/>
          </p:nvSpPr>
          <p:spPr>
            <a:xfrm>
              <a:off x="8603688" y="4225812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" name="Google Shape;62;p15"/>
          <p:cNvSpPr txBox="1"/>
          <p:nvPr>
            <p:ph idx="1" type="body"/>
          </p:nvPr>
        </p:nvSpPr>
        <p:spPr>
          <a:xfrm>
            <a:off x="720000" y="1215751"/>
            <a:ext cx="7704000" cy="3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type="title"/>
          </p:nvPr>
        </p:nvSpPr>
        <p:spPr>
          <a:xfrm>
            <a:off x="713225" y="54685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idx="1" type="subTitle"/>
          </p:nvPr>
        </p:nvSpPr>
        <p:spPr>
          <a:xfrm>
            <a:off x="1783874" y="2193175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2" type="subTitle"/>
          </p:nvPr>
        </p:nvSpPr>
        <p:spPr>
          <a:xfrm>
            <a:off x="5893747" y="2193175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3" type="subTitle"/>
          </p:nvPr>
        </p:nvSpPr>
        <p:spPr>
          <a:xfrm>
            <a:off x="1783874" y="3827831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4" type="subTitle"/>
          </p:nvPr>
        </p:nvSpPr>
        <p:spPr>
          <a:xfrm>
            <a:off x="5893747" y="3827831"/>
            <a:ext cx="2305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type="title"/>
          </p:nvPr>
        </p:nvSpPr>
        <p:spPr>
          <a:xfrm>
            <a:off x="944751" y="1854208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0" name="Google Shape;70;p16"/>
          <p:cNvSpPr txBox="1"/>
          <p:nvPr>
            <p:ph idx="5" type="title"/>
          </p:nvPr>
        </p:nvSpPr>
        <p:spPr>
          <a:xfrm>
            <a:off x="944751" y="3497416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1" name="Google Shape;71;p16"/>
          <p:cNvSpPr txBox="1"/>
          <p:nvPr>
            <p:ph idx="6" type="title"/>
          </p:nvPr>
        </p:nvSpPr>
        <p:spPr>
          <a:xfrm>
            <a:off x="5054626" y="1854208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2" name="Google Shape;72;p16"/>
          <p:cNvSpPr txBox="1"/>
          <p:nvPr>
            <p:ph idx="7" type="title"/>
          </p:nvPr>
        </p:nvSpPr>
        <p:spPr>
          <a:xfrm>
            <a:off x="5054626" y="3497416"/>
            <a:ext cx="7347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3" name="Google Shape;73;p16"/>
          <p:cNvSpPr txBox="1"/>
          <p:nvPr>
            <p:ph idx="8" type="subTitle"/>
          </p:nvPr>
        </p:nvSpPr>
        <p:spPr>
          <a:xfrm>
            <a:off x="1783874" y="1399650"/>
            <a:ext cx="2305500" cy="92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9" type="subTitle"/>
          </p:nvPr>
        </p:nvSpPr>
        <p:spPr>
          <a:xfrm>
            <a:off x="5893749" y="1399650"/>
            <a:ext cx="2305500" cy="92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5" name="Google Shape;75;p16"/>
          <p:cNvSpPr txBox="1"/>
          <p:nvPr>
            <p:ph idx="13" type="subTitle"/>
          </p:nvPr>
        </p:nvSpPr>
        <p:spPr>
          <a:xfrm>
            <a:off x="1783874" y="3036450"/>
            <a:ext cx="2305500" cy="92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6" name="Google Shape;76;p16"/>
          <p:cNvSpPr txBox="1"/>
          <p:nvPr>
            <p:ph idx="14" type="subTitle"/>
          </p:nvPr>
        </p:nvSpPr>
        <p:spPr>
          <a:xfrm>
            <a:off x="5893749" y="3036450"/>
            <a:ext cx="2305500" cy="924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5" type="title"/>
          </p:nvPr>
        </p:nvSpPr>
        <p:spPr>
          <a:xfrm>
            <a:off x="713225" y="54685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grpSp>
        <p:nvGrpSpPr>
          <p:cNvPr id="78" name="Google Shape;78;p16"/>
          <p:cNvGrpSpPr/>
          <p:nvPr/>
        </p:nvGrpSpPr>
        <p:grpSpPr>
          <a:xfrm>
            <a:off x="3250250" y="-522229"/>
            <a:ext cx="2643500" cy="977716"/>
            <a:chOff x="3250250" y="-522229"/>
            <a:chExt cx="2643500" cy="977716"/>
          </a:xfrm>
        </p:grpSpPr>
        <p:sp>
          <p:nvSpPr>
            <p:cNvPr id="79" name="Google Shape;79;p16"/>
            <p:cNvSpPr/>
            <p:nvPr/>
          </p:nvSpPr>
          <p:spPr>
            <a:xfrm>
              <a:off x="5277250" y="-522213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6"/>
            <p:cNvSpPr/>
            <p:nvPr/>
          </p:nvSpPr>
          <p:spPr>
            <a:xfrm>
              <a:off x="3250250" y="-522214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6"/>
            <p:cNvSpPr/>
            <p:nvPr/>
          </p:nvSpPr>
          <p:spPr>
            <a:xfrm>
              <a:off x="4263750" y="-522229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7"/>
          <p:cNvGrpSpPr/>
          <p:nvPr/>
        </p:nvGrpSpPr>
        <p:grpSpPr>
          <a:xfrm>
            <a:off x="-111862" y="1789726"/>
            <a:ext cx="1791125" cy="5491120"/>
            <a:chOff x="7321725" y="-582049"/>
            <a:chExt cx="1791125" cy="5491120"/>
          </a:xfrm>
        </p:grpSpPr>
        <p:sp>
          <p:nvSpPr>
            <p:cNvPr id="84" name="Google Shape;84;p17"/>
            <p:cNvSpPr/>
            <p:nvPr/>
          </p:nvSpPr>
          <p:spPr>
            <a:xfrm>
              <a:off x="7321725" y="173338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7"/>
            <p:cNvSpPr/>
            <p:nvPr/>
          </p:nvSpPr>
          <p:spPr>
            <a:xfrm>
              <a:off x="7876975" y="2426898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7"/>
            <p:cNvSpPr/>
            <p:nvPr/>
          </p:nvSpPr>
          <p:spPr>
            <a:xfrm>
              <a:off x="8388725" y="3192787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7"/>
            <p:cNvSpPr/>
            <p:nvPr/>
          </p:nvSpPr>
          <p:spPr>
            <a:xfrm>
              <a:off x="7321725" y="323231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7"/>
            <p:cNvSpPr/>
            <p:nvPr/>
          </p:nvSpPr>
          <p:spPr>
            <a:xfrm>
              <a:off x="7876975" y="393137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7"/>
            <p:cNvSpPr/>
            <p:nvPr/>
          </p:nvSpPr>
          <p:spPr>
            <a:xfrm>
              <a:off x="7876975" y="922424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7"/>
            <p:cNvSpPr/>
            <p:nvPr/>
          </p:nvSpPr>
          <p:spPr>
            <a:xfrm>
              <a:off x="8493475" y="1733375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7"/>
            <p:cNvSpPr/>
            <p:nvPr/>
          </p:nvSpPr>
          <p:spPr>
            <a:xfrm>
              <a:off x="7321725" y="23445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7"/>
            <p:cNvSpPr/>
            <p:nvPr/>
          </p:nvSpPr>
          <p:spPr>
            <a:xfrm>
              <a:off x="8496350" y="273963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7"/>
            <p:cNvSpPr/>
            <p:nvPr/>
          </p:nvSpPr>
          <p:spPr>
            <a:xfrm>
              <a:off x="7876975" y="-582049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4" name="Google Shape;94;p17"/>
          <p:cNvGrpSpPr/>
          <p:nvPr/>
        </p:nvGrpSpPr>
        <p:grpSpPr>
          <a:xfrm>
            <a:off x="7429063" y="-589962"/>
            <a:ext cx="1791125" cy="4635108"/>
            <a:chOff x="7321725" y="273963"/>
            <a:chExt cx="1791125" cy="4635108"/>
          </a:xfrm>
        </p:grpSpPr>
        <p:sp>
          <p:nvSpPr>
            <p:cNvPr id="95" name="Google Shape;95;p17"/>
            <p:cNvSpPr/>
            <p:nvPr/>
          </p:nvSpPr>
          <p:spPr>
            <a:xfrm>
              <a:off x="7321725" y="173338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7"/>
            <p:cNvSpPr/>
            <p:nvPr/>
          </p:nvSpPr>
          <p:spPr>
            <a:xfrm>
              <a:off x="7876975" y="2426898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7"/>
            <p:cNvSpPr/>
            <p:nvPr/>
          </p:nvSpPr>
          <p:spPr>
            <a:xfrm>
              <a:off x="8388725" y="3192787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7"/>
            <p:cNvSpPr/>
            <p:nvPr/>
          </p:nvSpPr>
          <p:spPr>
            <a:xfrm>
              <a:off x="7321725" y="323231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7"/>
            <p:cNvSpPr/>
            <p:nvPr/>
          </p:nvSpPr>
          <p:spPr>
            <a:xfrm>
              <a:off x="7876975" y="393137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7"/>
            <p:cNvSpPr/>
            <p:nvPr/>
          </p:nvSpPr>
          <p:spPr>
            <a:xfrm>
              <a:off x="7876975" y="922424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7"/>
            <p:cNvSpPr/>
            <p:nvPr/>
          </p:nvSpPr>
          <p:spPr>
            <a:xfrm>
              <a:off x="8493475" y="1733375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7"/>
            <p:cNvSpPr/>
            <p:nvPr/>
          </p:nvSpPr>
          <p:spPr>
            <a:xfrm>
              <a:off x="8496350" y="273963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17"/>
          <p:cNvSpPr txBox="1"/>
          <p:nvPr>
            <p:ph type="title"/>
          </p:nvPr>
        </p:nvSpPr>
        <p:spPr>
          <a:xfrm>
            <a:off x="2135553" y="1411538"/>
            <a:ext cx="4872900" cy="134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7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" type="subTitle"/>
          </p:nvPr>
        </p:nvSpPr>
        <p:spPr>
          <a:xfrm>
            <a:off x="2135553" y="3060863"/>
            <a:ext cx="4872900" cy="6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8"/>
          <p:cNvGrpSpPr/>
          <p:nvPr/>
        </p:nvGrpSpPr>
        <p:grpSpPr>
          <a:xfrm>
            <a:off x="8290407" y="-265349"/>
            <a:ext cx="1791125" cy="5491120"/>
            <a:chOff x="7321725" y="-582049"/>
            <a:chExt cx="1791125" cy="5491120"/>
          </a:xfrm>
        </p:grpSpPr>
        <p:sp>
          <p:nvSpPr>
            <p:cNvPr id="107" name="Google Shape;107;p18"/>
            <p:cNvSpPr/>
            <p:nvPr/>
          </p:nvSpPr>
          <p:spPr>
            <a:xfrm>
              <a:off x="7321725" y="173338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8"/>
            <p:cNvSpPr/>
            <p:nvPr/>
          </p:nvSpPr>
          <p:spPr>
            <a:xfrm>
              <a:off x="7876975" y="2426898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8"/>
            <p:cNvSpPr/>
            <p:nvPr/>
          </p:nvSpPr>
          <p:spPr>
            <a:xfrm>
              <a:off x="8388725" y="3192787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8"/>
            <p:cNvSpPr/>
            <p:nvPr/>
          </p:nvSpPr>
          <p:spPr>
            <a:xfrm>
              <a:off x="7321725" y="323231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8"/>
            <p:cNvSpPr/>
            <p:nvPr/>
          </p:nvSpPr>
          <p:spPr>
            <a:xfrm>
              <a:off x="7876975" y="393137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8"/>
            <p:cNvSpPr/>
            <p:nvPr/>
          </p:nvSpPr>
          <p:spPr>
            <a:xfrm>
              <a:off x="7876975" y="922424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8"/>
            <p:cNvSpPr/>
            <p:nvPr/>
          </p:nvSpPr>
          <p:spPr>
            <a:xfrm>
              <a:off x="8493475" y="1733375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8"/>
            <p:cNvSpPr/>
            <p:nvPr/>
          </p:nvSpPr>
          <p:spPr>
            <a:xfrm>
              <a:off x="7321725" y="23445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8"/>
            <p:cNvSpPr/>
            <p:nvPr/>
          </p:nvSpPr>
          <p:spPr>
            <a:xfrm>
              <a:off x="8496350" y="273963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8"/>
            <p:cNvSpPr/>
            <p:nvPr/>
          </p:nvSpPr>
          <p:spPr>
            <a:xfrm>
              <a:off x="7876975" y="-582049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" name="Google Shape;117;p18"/>
          <p:cNvSpPr txBox="1"/>
          <p:nvPr>
            <p:ph type="title"/>
          </p:nvPr>
        </p:nvSpPr>
        <p:spPr>
          <a:xfrm>
            <a:off x="3120850" y="1723646"/>
            <a:ext cx="4798800" cy="208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18" name="Google Shape;118;p18"/>
          <p:cNvSpPr txBox="1"/>
          <p:nvPr>
            <p:ph idx="2" type="title"/>
          </p:nvPr>
        </p:nvSpPr>
        <p:spPr>
          <a:xfrm>
            <a:off x="800875" y="1063864"/>
            <a:ext cx="1289700" cy="10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9" name="Google Shape;119;p18"/>
          <p:cNvSpPr txBox="1"/>
          <p:nvPr>
            <p:ph idx="1" type="subTitle"/>
          </p:nvPr>
        </p:nvSpPr>
        <p:spPr>
          <a:xfrm>
            <a:off x="3120675" y="4034796"/>
            <a:ext cx="4798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oogle Shape;121;p19"/>
          <p:cNvGrpSpPr/>
          <p:nvPr/>
        </p:nvGrpSpPr>
        <p:grpSpPr>
          <a:xfrm>
            <a:off x="-34712" y="-118612"/>
            <a:ext cx="616500" cy="3896524"/>
            <a:chOff x="-34712" y="-118612"/>
            <a:chExt cx="616500" cy="3896524"/>
          </a:xfrm>
        </p:grpSpPr>
        <p:sp>
          <p:nvSpPr>
            <p:cNvPr id="122" name="Google Shape;122;p19"/>
            <p:cNvSpPr/>
            <p:nvPr/>
          </p:nvSpPr>
          <p:spPr>
            <a:xfrm>
              <a:off x="-34712" y="2800212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9"/>
            <p:cNvSpPr/>
            <p:nvPr/>
          </p:nvSpPr>
          <p:spPr>
            <a:xfrm>
              <a:off x="-34712" y="1340800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9"/>
            <p:cNvSpPr/>
            <p:nvPr/>
          </p:nvSpPr>
          <p:spPr>
            <a:xfrm>
              <a:off x="-34712" y="-118612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19"/>
          <p:cNvSpPr txBox="1"/>
          <p:nvPr>
            <p:ph idx="1" type="subTitle"/>
          </p:nvPr>
        </p:nvSpPr>
        <p:spPr>
          <a:xfrm>
            <a:off x="4985239" y="1591425"/>
            <a:ext cx="2947800" cy="28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9"/>
          <p:cNvSpPr txBox="1"/>
          <p:nvPr>
            <p:ph idx="2" type="subTitle"/>
          </p:nvPr>
        </p:nvSpPr>
        <p:spPr>
          <a:xfrm>
            <a:off x="1211050" y="1591425"/>
            <a:ext cx="2947800" cy="28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19"/>
          <p:cNvSpPr txBox="1"/>
          <p:nvPr>
            <p:ph type="title"/>
          </p:nvPr>
        </p:nvSpPr>
        <p:spPr>
          <a:xfrm>
            <a:off x="713225" y="54685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20"/>
          <p:cNvGrpSpPr/>
          <p:nvPr/>
        </p:nvGrpSpPr>
        <p:grpSpPr>
          <a:xfrm>
            <a:off x="4842688" y="354976"/>
            <a:ext cx="4376850" cy="5491120"/>
            <a:chOff x="4192825" y="-505849"/>
            <a:chExt cx="4376850" cy="5491120"/>
          </a:xfrm>
        </p:grpSpPr>
        <p:sp>
          <p:nvSpPr>
            <p:cNvPr id="130" name="Google Shape;130;p20"/>
            <p:cNvSpPr/>
            <p:nvPr/>
          </p:nvSpPr>
          <p:spPr>
            <a:xfrm>
              <a:off x="7321725" y="173338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20"/>
            <p:cNvSpPr/>
            <p:nvPr/>
          </p:nvSpPr>
          <p:spPr>
            <a:xfrm>
              <a:off x="7953175" y="2503098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20"/>
            <p:cNvSpPr/>
            <p:nvPr/>
          </p:nvSpPr>
          <p:spPr>
            <a:xfrm>
              <a:off x="4192825" y="3258228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20"/>
            <p:cNvSpPr/>
            <p:nvPr/>
          </p:nvSpPr>
          <p:spPr>
            <a:xfrm>
              <a:off x="7321725" y="3258228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20"/>
            <p:cNvSpPr/>
            <p:nvPr/>
          </p:nvSpPr>
          <p:spPr>
            <a:xfrm>
              <a:off x="7953175" y="400757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20"/>
            <p:cNvSpPr/>
            <p:nvPr/>
          </p:nvSpPr>
          <p:spPr>
            <a:xfrm>
              <a:off x="7953175" y="998624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20"/>
            <p:cNvSpPr/>
            <p:nvPr/>
          </p:nvSpPr>
          <p:spPr>
            <a:xfrm>
              <a:off x="5187725" y="3254328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20"/>
            <p:cNvSpPr/>
            <p:nvPr/>
          </p:nvSpPr>
          <p:spPr>
            <a:xfrm>
              <a:off x="7321725" y="23445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20"/>
            <p:cNvSpPr/>
            <p:nvPr/>
          </p:nvSpPr>
          <p:spPr>
            <a:xfrm>
              <a:off x="6254725" y="3258228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20"/>
            <p:cNvSpPr/>
            <p:nvPr/>
          </p:nvSpPr>
          <p:spPr>
            <a:xfrm>
              <a:off x="7953175" y="-505849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" name="Google Shape;140;p20"/>
          <p:cNvSpPr txBox="1"/>
          <p:nvPr>
            <p:ph idx="1" type="subTitle"/>
          </p:nvPr>
        </p:nvSpPr>
        <p:spPr>
          <a:xfrm>
            <a:off x="877413" y="1766388"/>
            <a:ext cx="4294800" cy="22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141" name="Google Shape;141;p20"/>
          <p:cNvSpPr txBox="1"/>
          <p:nvPr>
            <p:ph type="title"/>
          </p:nvPr>
        </p:nvSpPr>
        <p:spPr>
          <a:xfrm>
            <a:off x="713225" y="54685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142" name="Google Shape;142;p20"/>
          <p:cNvSpPr/>
          <p:nvPr>
            <p:ph idx="2" type="pic"/>
          </p:nvPr>
        </p:nvSpPr>
        <p:spPr>
          <a:xfrm>
            <a:off x="5459200" y="1577451"/>
            <a:ext cx="2807400" cy="2807400"/>
          </a:xfrm>
          <a:prstGeom prst="diamond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21"/>
          <p:cNvGrpSpPr/>
          <p:nvPr/>
        </p:nvGrpSpPr>
        <p:grpSpPr>
          <a:xfrm>
            <a:off x="-256541" y="3084518"/>
            <a:ext cx="3126900" cy="2529660"/>
            <a:chOff x="-256541" y="3084518"/>
            <a:chExt cx="3126900" cy="2529660"/>
          </a:xfrm>
        </p:grpSpPr>
        <p:grpSp>
          <p:nvGrpSpPr>
            <p:cNvPr id="145" name="Google Shape;145;p21"/>
            <p:cNvGrpSpPr/>
            <p:nvPr/>
          </p:nvGrpSpPr>
          <p:grpSpPr>
            <a:xfrm>
              <a:off x="-256541" y="3084518"/>
              <a:ext cx="1247950" cy="2502547"/>
              <a:chOff x="7321725" y="1733381"/>
              <a:chExt cx="1247950" cy="2502547"/>
            </a:xfrm>
          </p:grpSpPr>
          <p:sp>
            <p:nvSpPr>
              <p:cNvPr id="146" name="Google Shape;146;p21"/>
              <p:cNvSpPr/>
              <p:nvPr/>
            </p:nvSpPr>
            <p:spPr>
              <a:xfrm>
                <a:off x="7321725" y="1733381"/>
                <a:ext cx="616500" cy="9777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21"/>
              <p:cNvSpPr/>
              <p:nvPr/>
            </p:nvSpPr>
            <p:spPr>
              <a:xfrm>
                <a:off x="7953175" y="2503098"/>
                <a:ext cx="616500" cy="9777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21"/>
              <p:cNvSpPr/>
              <p:nvPr/>
            </p:nvSpPr>
            <p:spPr>
              <a:xfrm>
                <a:off x="7321725" y="3258228"/>
                <a:ext cx="616500" cy="9777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9" name="Google Shape;149;p21"/>
            <p:cNvGrpSpPr/>
            <p:nvPr/>
          </p:nvGrpSpPr>
          <p:grpSpPr>
            <a:xfrm>
              <a:off x="1058134" y="4636478"/>
              <a:ext cx="1812225" cy="977700"/>
              <a:chOff x="7953175" y="-505849"/>
              <a:chExt cx="1812225" cy="977700"/>
            </a:xfrm>
          </p:grpSpPr>
          <p:sp>
            <p:nvSpPr>
              <p:cNvPr id="150" name="Google Shape;150;p21"/>
              <p:cNvSpPr/>
              <p:nvPr/>
            </p:nvSpPr>
            <p:spPr>
              <a:xfrm>
                <a:off x="9148900" y="-505849"/>
                <a:ext cx="616500" cy="9777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21"/>
              <p:cNvSpPr/>
              <p:nvPr/>
            </p:nvSpPr>
            <p:spPr>
              <a:xfrm>
                <a:off x="7953175" y="-505849"/>
                <a:ext cx="616500" cy="9777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2" name="Google Shape;152;p21"/>
          <p:cNvSpPr txBox="1"/>
          <p:nvPr>
            <p:ph idx="1" type="subTitle"/>
          </p:nvPr>
        </p:nvSpPr>
        <p:spPr>
          <a:xfrm>
            <a:off x="4923249" y="2904625"/>
            <a:ext cx="2505600" cy="11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1"/>
          <p:cNvSpPr txBox="1"/>
          <p:nvPr>
            <p:ph idx="2" type="subTitle"/>
          </p:nvPr>
        </p:nvSpPr>
        <p:spPr>
          <a:xfrm>
            <a:off x="1715375" y="2904625"/>
            <a:ext cx="2505600" cy="11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1"/>
          <p:cNvSpPr txBox="1"/>
          <p:nvPr>
            <p:ph idx="3" type="subTitle"/>
          </p:nvPr>
        </p:nvSpPr>
        <p:spPr>
          <a:xfrm>
            <a:off x="1715375" y="2411478"/>
            <a:ext cx="25056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5" name="Google Shape;155;p21"/>
          <p:cNvSpPr txBox="1"/>
          <p:nvPr>
            <p:ph idx="4" type="subTitle"/>
          </p:nvPr>
        </p:nvSpPr>
        <p:spPr>
          <a:xfrm>
            <a:off x="4923250" y="2411478"/>
            <a:ext cx="2505600" cy="558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56" name="Google Shape;156;p21"/>
          <p:cNvSpPr txBox="1"/>
          <p:nvPr>
            <p:ph type="title"/>
          </p:nvPr>
        </p:nvSpPr>
        <p:spPr>
          <a:xfrm>
            <a:off x="713225" y="54685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22"/>
          <p:cNvGrpSpPr/>
          <p:nvPr/>
        </p:nvGrpSpPr>
        <p:grpSpPr>
          <a:xfrm>
            <a:off x="5837588" y="3866802"/>
            <a:ext cx="3381950" cy="1732830"/>
            <a:chOff x="5187725" y="2503098"/>
            <a:chExt cx="3381950" cy="1732830"/>
          </a:xfrm>
        </p:grpSpPr>
        <p:sp>
          <p:nvSpPr>
            <p:cNvPr id="159" name="Google Shape;159;p22"/>
            <p:cNvSpPr/>
            <p:nvPr/>
          </p:nvSpPr>
          <p:spPr>
            <a:xfrm>
              <a:off x="7953175" y="2503098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22"/>
            <p:cNvSpPr/>
            <p:nvPr/>
          </p:nvSpPr>
          <p:spPr>
            <a:xfrm>
              <a:off x="7321725" y="3258228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22"/>
            <p:cNvSpPr/>
            <p:nvPr/>
          </p:nvSpPr>
          <p:spPr>
            <a:xfrm>
              <a:off x="5187725" y="3254328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22"/>
            <p:cNvSpPr/>
            <p:nvPr/>
          </p:nvSpPr>
          <p:spPr>
            <a:xfrm>
              <a:off x="6254725" y="3258228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3" name="Google Shape;163;p22"/>
          <p:cNvSpPr txBox="1"/>
          <p:nvPr>
            <p:ph idx="1" type="subTitle"/>
          </p:nvPr>
        </p:nvSpPr>
        <p:spPr>
          <a:xfrm>
            <a:off x="937626" y="3069178"/>
            <a:ext cx="217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2"/>
          <p:cNvSpPr txBox="1"/>
          <p:nvPr>
            <p:ph idx="2" type="subTitle"/>
          </p:nvPr>
        </p:nvSpPr>
        <p:spPr>
          <a:xfrm>
            <a:off x="3484347" y="3069178"/>
            <a:ext cx="217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22"/>
          <p:cNvSpPr txBox="1"/>
          <p:nvPr>
            <p:ph idx="3" type="subTitle"/>
          </p:nvPr>
        </p:nvSpPr>
        <p:spPr>
          <a:xfrm>
            <a:off x="6031074" y="3069178"/>
            <a:ext cx="21753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22"/>
          <p:cNvSpPr txBox="1"/>
          <p:nvPr>
            <p:ph idx="4" type="subTitle"/>
          </p:nvPr>
        </p:nvSpPr>
        <p:spPr>
          <a:xfrm>
            <a:off x="937625" y="2593215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7" name="Google Shape;167;p22"/>
          <p:cNvSpPr txBox="1"/>
          <p:nvPr>
            <p:ph idx="5" type="subTitle"/>
          </p:nvPr>
        </p:nvSpPr>
        <p:spPr>
          <a:xfrm>
            <a:off x="3484350" y="2593215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8" name="Google Shape;168;p22"/>
          <p:cNvSpPr txBox="1"/>
          <p:nvPr>
            <p:ph idx="6" type="subTitle"/>
          </p:nvPr>
        </p:nvSpPr>
        <p:spPr>
          <a:xfrm>
            <a:off x="6031075" y="2593215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69" name="Google Shape;169;p22"/>
          <p:cNvSpPr txBox="1"/>
          <p:nvPr>
            <p:ph type="title"/>
          </p:nvPr>
        </p:nvSpPr>
        <p:spPr>
          <a:xfrm>
            <a:off x="713225" y="54685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" name="Google Shape;171;p23"/>
          <p:cNvGrpSpPr/>
          <p:nvPr/>
        </p:nvGrpSpPr>
        <p:grpSpPr>
          <a:xfrm flipH="1">
            <a:off x="7429063" y="1789726"/>
            <a:ext cx="1791125" cy="5491120"/>
            <a:chOff x="7321725" y="-582049"/>
            <a:chExt cx="1791125" cy="5491120"/>
          </a:xfrm>
        </p:grpSpPr>
        <p:sp>
          <p:nvSpPr>
            <p:cNvPr id="172" name="Google Shape;172;p23"/>
            <p:cNvSpPr/>
            <p:nvPr/>
          </p:nvSpPr>
          <p:spPr>
            <a:xfrm>
              <a:off x="7321725" y="173338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3"/>
            <p:cNvSpPr/>
            <p:nvPr/>
          </p:nvSpPr>
          <p:spPr>
            <a:xfrm>
              <a:off x="7876975" y="2426898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3"/>
            <p:cNvSpPr/>
            <p:nvPr/>
          </p:nvSpPr>
          <p:spPr>
            <a:xfrm>
              <a:off x="8388725" y="3192787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3"/>
            <p:cNvSpPr/>
            <p:nvPr/>
          </p:nvSpPr>
          <p:spPr>
            <a:xfrm>
              <a:off x="7321725" y="323231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3"/>
            <p:cNvSpPr/>
            <p:nvPr/>
          </p:nvSpPr>
          <p:spPr>
            <a:xfrm>
              <a:off x="7876975" y="393137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23"/>
            <p:cNvSpPr/>
            <p:nvPr/>
          </p:nvSpPr>
          <p:spPr>
            <a:xfrm>
              <a:off x="7876975" y="922424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23"/>
            <p:cNvSpPr/>
            <p:nvPr/>
          </p:nvSpPr>
          <p:spPr>
            <a:xfrm>
              <a:off x="8493475" y="1733375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3"/>
            <p:cNvSpPr/>
            <p:nvPr/>
          </p:nvSpPr>
          <p:spPr>
            <a:xfrm>
              <a:off x="7321725" y="23445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3"/>
            <p:cNvSpPr/>
            <p:nvPr/>
          </p:nvSpPr>
          <p:spPr>
            <a:xfrm>
              <a:off x="8496350" y="273963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3"/>
            <p:cNvSpPr/>
            <p:nvPr/>
          </p:nvSpPr>
          <p:spPr>
            <a:xfrm>
              <a:off x="7876975" y="-582049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2" name="Google Shape;182;p23"/>
          <p:cNvGrpSpPr/>
          <p:nvPr/>
        </p:nvGrpSpPr>
        <p:grpSpPr>
          <a:xfrm flipH="1">
            <a:off x="-111862" y="-589962"/>
            <a:ext cx="1791125" cy="4635108"/>
            <a:chOff x="7321725" y="273963"/>
            <a:chExt cx="1791125" cy="4635108"/>
          </a:xfrm>
        </p:grpSpPr>
        <p:sp>
          <p:nvSpPr>
            <p:cNvPr id="183" name="Google Shape;183;p23"/>
            <p:cNvSpPr/>
            <p:nvPr/>
          </p:nvSpPr>
          <p:spPr>
            <a:xfrm>
              <a:off x="7321725" y="173338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3"/>
            <p:cNvSpPr/>
            <p:nvPr/>
          </p:nvSpPr>
          <p:spPr>
            <a:xfrm>
              <a:off x="7876975" y="2426898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3"/>
            <p:cNvSpPr/>
            <p:nvPr/>
          </p:nvSpPr>
          <p:spPr>
            <a:xfrm>
              <a:off x="8388725" y="3192787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3"/>
            <p:cNvSpPr/>
            <p:nvPr/>
          </p:nvSpPr>
          <p:spPr>
            <a:xfrm>
              <a:off x="7321725" y="323231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3"/>
            <p:cNvSpPr/>
            <p:nvPr/>
          </p:nvSpPr>
          <p:spPr>
            <a:xfrm>
              <a:off x="7876975" y="393137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23"/>
            <p:cNvSpPr/>
            <p:nvPr/>
          </p:nvSpPr>
          <p:spPr>
            <a:xfrm>
              <a:off x="7876975" y="922424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23"/>
            <p:cNvSpPr/>
            <p:nvPr/>
          </p:nvSpPr>
          <p:spPr>
            <a:xfrm>
              <a:off x="8493475" y="1733375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23"/>
            <p:cNvSpPr/>
            <p:nvPr/>
          </p:nvSpPr>
          <p:spPr>
            <a:xfrm>
              <a:off x="8496350" y="273963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1" name="Google Shape;191;p23"/>
          <p:cNvSpPr txBox="1"/>
          <p:nvPr>
            <p:ph type="title"/>
          </p:nvPr>
        </p:nvSpPr>
        <p:spPr>
          <a:xfrm>
            <a:off x="1969350" y="1648200"/>
            <a:ext cx="52053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24"/>
          <p:cNvGrpSpPr/>
          <p:nvPr/>
        </p:nvGrpSpPr>
        <p:grpSpPr>
          <a:xfrm>
            <a:off x="8167138" y="578427"/>
            <a:ext cx="1247950" cy="3986647"/>
            <a:chOff x="7321725" y="998624"/>
            <a:chExt cx="1247950" cy="3986647"/>
          </a:xfrm>
        </p:grpSpPr>
        <p:sp>
          <p:nvSpPr>
            <p:cNvPr id="194" name="Google Shape;194;p24"/>
            <p:cNvSpPr/>
            <p:nvPr/>
          </p:nvSpPr>
          <p:spPr>
            <a:xfrm>
              <a:off x="7321725" y="173338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4"/>
            <p:cNvSpPr/>
            <p:nvPr/>
          </p:nvSpPr>
          <p:spPr>
            <a:xfrm>
              <a:off x="7953175" y="2503098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24"/>
            <p:cNvSpPr/>
            <p:nvPr/>
          </p:nvSpPr>
          <p:spPr>
            <a:xfrm>
              <a:off x="7321725" y="3258228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24"/>
            <p:cNvSpPr/>
            <p:nvPr/>
          </p:nvSpPr>
          <p:spPr>
            <a:xfrm>
              <a:off x="7953175" y="400757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4"/>
            <p:cNvSpPr/>
            <p:nvPr/>
          </p:nvSpPr>
          <p:spPr>
            <a:xfrm>
              <a:off x="7953175" y="998624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9" name="Google Shape;199;p24"/>
          <p:cNvSpPr txBox="1"/>
          <p:nvPr>
            <p:ph idx="1" type="subTitle"/>
          </p:nvPr>
        </p:nvSpPr>
        <p:spPr>
          <a:xfrm>
            <a:off x="2196248" y="2274952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24"/>
          <p:cNvSpPr txBox="1"/>
          <p:nvPr>
            <p:ph idx="2" type="subTitle"/>
          </p:nvPr>
        </p:nvSpPr>
        <p:spPr>
          <a:xfrm>
            <a:off x="4969552" y="2274952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24"/>
          <p:cNvSpPr txBox="1"/>
          <p:nvPr>
            <p:ph idx="3" type="subTitle"/>
          </p:nvPr>
        </p:nvSpPr>
        <p:spPr>
          <a:xfrm>
            <a:off x="2196248" y="3906431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24"/>
          <p:cNvSpPr txBox="1"/>
          <p:nvPr>
            <p:ph idx="4" type="subTitle"/>
          </p:nvPr>
        </p:nvSpPr>
        <p:spPr>
          <a:xfrm>
            <a:off x="4969552" y="3906431"/>
            <a:ext cx="1978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24"/>
          <p:cNvSpPr txBox="1"/>
          <p:nvPr>
            <p:ph idx="5" type="subTitle"/>
          </p:nvPr>
        </p:nvSpPr>
        <p:spPr>
          <a:xfrm>
            <a:off x="2196248" y="1904296"/>
            <a:ext cx="19782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4" name="Google Shape;204;p24"/>
          <p:cNvSpPr txBox="1"/>
          <p:nvPr>
            <p:ph idx="6" type="subTitle"/>
          </p:nvPr>
        </p:nvSpPr>
        <p:spPr>
          <a:xfrm>
            <a:off x="2196248" y="3535850"/>
            <a:ext cx="19782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5" name="Google Shape;205;p24"/>
          <p:cNvSpPr txBox="1"/>
          <p:nvPr>
            <p:ph idx="7" type="subTitle"/>
          </p:nvPr>
        </p:nvSpPr>
        <p:spPr>
          <a:xfrm>
            <a:off x="4969548" y="1904296"/>
            <a:ext cx="19782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6" name="Google Shape;206;p24"/>
          <p:cNvSpPr txBox="1"/>
          <p:nvPr>
            <p:ph idx="8" type="subTitle"/>
          </p:nvPr>
        </p:nvSpPr>
        <p:spPr>
          <a:xfrm>
            <a:off x="4969548" y="3535850"/>
            <a:ext cx="19782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07" name="Google Shape;207;p24"/>
          <p:cNvSpPr txBox="1"/>
          <p:nvPr>
            <p:ph type="title"/>
          </p:nvPr>
        </p:nvSpPr>
        <p:spPr>
          <a:xfrm>
            <a:off x="713225" y="54685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5_1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25"/>
          <p:cNvGrpSpPr/>
          <p:nvPr/>
        </p:nvGrpSpPr>
        <p:grpSpPr>
          <a:xfrm>
            <a:off x="7814213" y="-491326"/>
            <a:ext cx="1329775" cy="4704022"/>
            <a:chOff x="7814213" y="-491326"/>
            <a:chExt cx="1329775" cy="4704022"/>
          </a:xfrm>
        </p:grpSpPr>
        <p:grpSp>
          <p:nvGrpSpPr>
            <p:cNvPr id="210" name="Google Shape;210;p25"/>
            <p:cNvGrpSpPr/>
            <p:nvPr/>
          </p:nvGrpSpPr>
          <p:grpSpPr>
            <a:xfrm flipH="1">
              <a:off x="8527488" y="226049"/>
              <a:ext cx="616500" cy="3986647"/>
              <a:chOff x="7876975" y="922424"/>
              <a:chExt cx="616500" cy="3986647"/>
            </a:xfrm>
          </p:grpSpPr>
          <p:sp>
            <p:nvSpPr>
              <p:cNvPr id="211" name="Google Shape;211;p25"/>
              <p:cNvSpPr/>
              <p:nvPr/>
            </p:nvSpPr>
            <p:spPr>
              <a:xfrm>
                <a:off x="7876975" y="2426898"/>
                <a:ext cx="616500" cy="9777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25"/>
              <p:cNvSpPr/>
              <p:nvPr/>
            </p:nvSpPr>
            <p:spPr>
              <a:xfrm>
                <a:off x="7876975" y="3931371"/>
                <a:ext cx="616500" cy="9777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25"/>
              <p:cNvSpPr/>
              <p:nvPr/>
            </p:nvSpPr>
            <p:spPr>
              <a:xfrm>
                <a:off x="7876975" y="922424"/>
                <a:ext cx="616500" cy="9777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14" name="Google Shape;214;p25"/>
            <p:cNvSpPr/>
            <p:nvPr/>
          </p:nvSpPr>
          <p:spPr>
            <a:xfrm flipH="1">
              <a:off x="7814213" y="-491326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5" name="Google Shape;215;p25"/>
          <p:cNvSpPr txBox="1"/>
          <p:nvPr>
            <p:ph type="title"/>
          </p:nvPr>
        </p:nvSpPr>
        <p:spPr>
          <a:xfrm>
            <a:off x="713225" y="54685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216" name="Google Shape;216;p25"/>
          <p:cNvSpPr txBox="1"/>
          <p:nvPr>
            <p:ph idx="1" type="subTitle"/>
          </p:nvPr>
        </p:nvSpPr>
        <p:spPr>
          <a:xfrm>
            <a:off x="1112600" y="2274681"/>
            <a:ext cx="19752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25"/>
          <p:cNvSpPr txBox="1"/>
          <p:nvPr>
            <p:ph idx="2" type="subTitle"/>
          </p:nvPr>
        </p:nvSpPr>
        <p:spPr>
          <a:xfrm>
            <a:off x="3582448" y="2274681"/>
            <a:ext cx="19752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25"/>
          <p:cNvSpPr txBox="1"/>
          <p:nvPr>
            <p:ph idx="3" type="subTitle"/>
          </p:nvPr>
        </p:nvSpPr>
        <p:spPr>
          <a:xfrm>
            <a:off x="2349476" y="3936681"/>
            <a:ext cx="19752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25"/>
          <p:cNvSpPr txBox="1"/>
          <p:nvPr>
            <p:ph idx="4" type="subTitle"/>
          </p:nvPr>
        </p:nvSpPr>
        <p:spPr>
          <a:xfrm>
            <a:off x="4819324" y="3936681"/>
            <a:ext cx="19752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5"/>
          <p:cNvSpPr txBox="1"/>
          <p:nvPr>
            <p:ph idx="5" type="subTitle"/>
          </p:nvPr>
        </p:nvSpPr>
        <p:spPr>
          <a:xfrm>
            <a:off x="6052297" y="2274681"/>
            <a:ext cx="19752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25"/>
          <p:cNvSpPr txBox="1"/>
          <p:nvPr>
            <p:ph idx="6" type="subTitle"/>
          </p:nvPr>
        </p:nvSpPr>
        <p:spPr>
          <a:xfrm>
            <a:off x="1111100" y="1914648"/>
            <a:ext cx="1978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22" name="Google Shape;222;p25"/>
          <p:cNvSpPr txBox="1"/>
          <p:nvPr>
            <p:ph idx="7" type="subTitle"/>
          </p:nvPr>
        </p:nvSpPr>
        <p:spPr>
          <a:xfrm>
            <a:off x="3580948" y="1914648"/>
            <a:ext cx="1978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23" name="Google Shape;223;p25"/>
          <p:cNvSpPr txBox="1"/>
          <p:nvPr>
            <p:ph idx="8" type="subTitle"/>
          </p:nvPr>
        </p:nvSpPr>
        <p:spPr>
          <a:xfrm>
            <a:off x="6050797" y="1914648"/>
            <a:ext cx="1978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24" name="Google Shape;224;p25"/>
          <p:cNvSpPr txBox="1"/>
          <p:nvPr>
            <p:ph idx="9" type="subTitle"/>
          </p:nvPr>
        </p:nvSpPr>
        <p:spPr>
          <a:xfrm>
            <a:off x="2347976" y="3575494"/>
            <a:ext cx="1978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25" name="Google Shape;225;p25"/>
          <p:cNvSpPr txBox="1"/>
          <p:nvPr>
            <p:ph idx="13" type="subTitle"/>
          </p:nvPr>
        </p:nvSpPr>
        <p:spPr>
          <a:xfrm>
            <a:off x="4817824" y="3575494"/>
            <a:ext cx="1978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" name="Google Shape;227;p26"/>
          <p:cNvGrpSpPr/>
          <p:nvPr/>
        </p:nvGrpSpPr>
        <p:grpSpPr>
          <a:xfrm>
            <a:off x="139150" y="1812988"/>
            <a:ext cx="2892739" cy="3928637"/>
            <a:chOff x="139150" y="1812988"/>
            <a:chExt cx="2892739" cy="3928637"/>
          </a:xfrm>
        </p:grpSpPr>
        <p:grpSp>
          <p:nvGrpSpPr>
            <p:cNvPr id="228" name="Google Shape;228;p26"/>
            <p:cNvGrpSpPr/>
            <p:nvPr/>
          </p:nvGrpSpPr>
          <p:grpSpPr>
            <a:xfrm flipH="1">
              <a:off x="139150" y="1812988"/>
              <a:ext cx="616500" cy="3896524"/>
              <a:chOff x="8442538" y="273963"/>
              <a:chExt cx="616500" cy="3896524"/>
            </a:xfrm>
          </p:grpSpPr>
          <p:sp>
            <p:nvSpPr>
              <p:cNvPr id="229" name="Google Shape;229;p26"/>
              <p:cNvSpPr/>
              <p:nvPr/>
            </p:nvSpPr>
            <p:spPr>
              <a:xfrm>
                <a:off x="8442538" y="3192787"/>
                <a:ext cx="616500" cy="9777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" name="Google Shape;230;p26"/>
              <p:cNvSpPr/>
              <p:nvPr/>
            </p:nvSpPr>
            <p:spPr>
              <a:xfrm>
                <a:off x="8442538" y="1733375"/>
                <a:ext cx="616500" cy="9777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1" name="Google Shape;231;p26"/>
              <p:cNvSpPr/>
              <p:nvPr/>
            </p:nvSpPr>
            <p:spPr>
              <a:xfrm>
                <a:off x="8442538" y="273963"/>
                <a:ext cx="616500" cy="9777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2" name="Google Shape;232;p26"/>
            <p:cNvGrpSpPr/>
            <p:nvPr/>
          </p:nvGrpSpPr>
          <p:grpSpPr>
            <a:xfrm flipH="1">
              <a:off x="900525" y="2542513"/>
              <a:ext cx="616500" cy="2437112"/>
              <a:chOff x="8442538" y="273963"/>
              <a:chExt cx="616500" cy="2437112"/>
            </a:xfrm>
          </p:grpSpPr>
          <p:sp>
            <p:nvSpPr>
              <p:cNvPr id="233" name="Google Shape;233;p26"/>
              <p:cNvSpPr/>
              <p:nvPr/>
            </p:nvSpPr>
            <p:spPr>
              <a:xfrm>
                <a:off x="8442538" y="1733375"/>
                <a:ext cx="616500" cy="9777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26"/>
              <p:cNvSpPr/>
              <p:nvPr/>
            </p:nvSpPr>
            <p:spPr>
              <a:xfrm>
                <a:off x="8442538" y="273963"/>
                <a:ext cx="616500" cy="9777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5" name="Google Shape;235;p26"/>
            <p:cNvGrpSpPr/>
            <p:nvPr/>
          </p:nvGrpSpPr>
          <p:grpSpPr>
            <a:xfrm flipH="1">
              <a:off x="1662525" y="3304513"/>
              <a:ext cx="616500" cy="2437112"/>
              <a:chOff x="8442538" y="273963"/>
              <a:chExt cx="616500" cy="2437112"/>
            </a:xfrm>
          </p:grpSpPr>
          <p:sp>
            <p:nvSpPr>
              <p:cNvPr id="236" name="Google Shape;236;p26"/>
              <p:cNvSpPr/>
              <p:nvPr/>
            </p:nvSpPr>
            <p:spPr>
              <a:xfrm>
                <a:off x="8442538" y="1733375"/>
                <a:ext cx="616500" cy="9777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26"/>
              <p:cNvSpPr/>
              <p:nvPr/>
            </p:nvSpPr>
            <p:spPr>
              <a:xfrm>
                <a:off x="8442538" y="273963"/>
                <a:ext cx="616500" cy="9777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38" name="Google Shape;238;p26"/>
            <p:cNvSpPr/>
            <p:nvPr/>
          </p:nvSpPr>
          <p:spPr>
            <a:xfrm flipH="1">
              <a:off x="2415389" y="401772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9" name="Google Shape;239;p26"/>
          <p:cNvSpPr txBox="1"/>
          <p:nvPr>
            <p:ph type="title"/>
          </p:nvPr>
        </p:nvSpPr>
        <p:spPr>
          <a:xfrm>
            <a:off x="3862200" y="3190214"/>
            <a:ext cx="43602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1531200" y="1237786"/>
            <a:ext cx="6691200" cy="161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27"/>
          <p:cNvGrpSpPr/>
          <p:nvPr/>
        </p:nvGrpSpPr>
        <p:grpSpPr>
          <a:xfrm>
            <a:off x="56900" y="-438188"/>
            <a:ext cx="3458100" cy="977700"/>
            <a:chOff x="56900" y="-438188"/>
            <a:chExt cx="3458100" cy="977700"/>
          </a:xfrm>
        </p:grpSpPr>
        <p:sp>
          <p:nvSpPr>
            <p:cNvPr id="243" name="Google Shape;243;p27"/>
            <p:cNvSpPr/>
            <p:nvPr/>
          </p:nvSpPr>
          <p:spPr>
            <a:xfrm flipH="1">
              <a:off x="56900" y="-438188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7"/>
            <p:cNvSpPr/>
            <p:nvPr/>
          </p:nvSpPr>
          <p:spPr>
            <a:xfrm flipH="1">
              <a:off x="1004100" y="-438188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7"/>
            <p:cNvSpPr/>
            <p:nvPr/>
          </p:nvSpPr>
          <p:spPr>
            <a:xfrm flipH="1">
              <a:off x="1951300" y="-438188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7"/>
            <p:cNvSpPr/>
            <p:nvPr/>
          </p:nvSpPr>
          <p:spPr>
            <a:xfrm flipH="1">
              <a:off x="2898500" y="-438188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47" name="Google Shape;247;p27"/>
          <p:cNvSpPr txBox="1"/>
          <p:nvPr>
            <p:ph idx="1" type="subTitle"/>
          </p:nvPr>
        </p:nvSpPr>
        <p:spPr>
          <a:xfrm>
            <a:off x="1112600" y="2274681"/>
            <a:ext cx="19752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27"/>
          <p:cNvSpPr txBox="1"/>
          <p:nvPr>
            <p:ph idx="2" type="subTitle"/>
          </p:nvPr>
        </p:nvSpPr>
        <p:spPr>
          <a:xfrm>
            <a:off x="3582448" y="2274681"/>
            <a:ext cx="19752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27"/>
          <p:cNvSpPr txBox="1"/>
          <p:nvPr>
            <p:ph idx="3" type="subTitle"/>
          </p:nvPr>
        </p:nvSpPr>
        <p:spPr>
          <a:xfrm>
            <a:off x="1112600" y="3936681"/>
            <a:ext cx="19752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27"/>
          <p:cNvSpPr txBox="1"/>
          <p:nvPr>
            <p:ph idx="4" type="subTitle"/>
          </p:nvPr>
        </p:nvSpPr>
        <p:spPr>
          <a:xfrm>
            <a:off x="3582448" y="3936681"/>
            <a:ext cx="19752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27"/>
          <p:cNvSpPr txBox="1"/>
          <p:nvPr>
            <p:ph idx="5" type="subTitle"/>
          </p:nvPr>
        </p:nvSpPr>
        <p:spPr>
          <a:xfrm>
            <a:off x="6052297" y="2274681"/>
            <a:ext cx="19752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27"/>
          <p:cNvSpPr txBox="1"/>
          <p:nvPr>
            <p:ph idx="6" type="subTitle"/>
          </p:nvPr>
        </p:nvSpPr>
        <p:spPr>
          <a:xfrm>
            <a:off x="6052297" y="3936681"/>
            <a:ext cx="19752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3" name="Google Shape;253;p27"/>
          <p:cNvSpPr txBox="1"/>
          <p:nvPr>
            <p:ph idx="7" type="subTitle"/>
          </p:nvPr>
        </p:nvSpPr>
        <p:spPr>
          <a:xfrm>
            <a:off x="1111100" y="1914648"/>
            <a:ext cx="1978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4" name="Google Shape;254;p27"/>
          <p:cNvSpPr txBox="1"/>
          <p:nvPr>
            <p:ph idx="8" type="subTitle"/>
          </p:nvPr>
        </p:nvSpPr>
        <p:spPr>
          <a:xfrm>
            <a:off x="3580948" y="1914648"/>
            <a:ext cx="1978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5" name="Google Shape;255;p27"/>
          <p:cNvSpPr txBox="1"/>
          <p:nvPr>
            <p:ph idx="9" type="subTitle"/>
          </p:nvPr>
        </p:nvSpPr>
        <p:spPr>
          <a:xfrm>
            <a:off x="6050797" y="1914648"/>
            <a:ext cx="1978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6" name="Google Shape;256;p27"/>
          <p:cNvSpPr txBox="1"/>
          <p:nvPr>
            <p:ph idx="13" type="subTitle"/>
          </p:nvPr>
        </p:nvSpPr>
        <p:spPr>
          <a:xfrm>
            <a:off x="1111100" y="3575494"/>
            <a:ext cx="1978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7" name="Google Shape;257;p27"/>
          <p:cNvSpPr txBox="1"/>
          <p:nvPr>
            <p:ph idx="14" type="subTitle"/>
          </p:nvPr>
        </p:nvSpPr>
        <p:spPr>
          <a:xfrm>
            <a:off x="3580948" y="3575494"/>
            <a:ext cx="1978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8" name="Google Shape;258;p27"/>
          <p:cNvSpPr txBox="1"/>
          <p:nvPr>
            <p:ph idx="15" type="subTitle"/>
          </p:nvPr>
        </p:nvSpPr>
        <p:spPr>
          <a:xfrm>
            <a:off x="6050797" y="3575494"/>
            <a:ext cx="19782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59" name="Google Shape;259;p27"/>
          <p:cNvSpPr txBox="1"/>
          <p:nvPr>
            <p:ph type="title"/>
          </p:nvPr>
        </p:nvSpPr>
        <p:spPr>
          <a:xfrm>
            <a:off x="713225" y="54685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BLANK_1_1_1_1_1_1_1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28"/>
          <p:cNvGrpSpPr/>
          <p:nvPr/>
        </p:nvGrpSpPr>
        <p:grpSpPr>
          <a:xfrm flipH="1">
            <a:off x="-918575" y="-265349"/>
            <a:ext cx="1791125" cy="5491120"/>
            <a:chOff x="7321725" y="-582049"/>
            <a:chExt cx="1791125" cy="5491120"/>
          </a:xfrm>
        </p:grpSpPr>
        <p:sp>
          <p:nvSpPr>
            <p:cNvPr id="262" name="Google Shape;262;p28"/>
            <p:cNvSpPr/>
            <p:nvPr/>
          </p:nvSpPr>
          <p:spPr>
            <a:xfrm>
              <a:off x="7321725" y="173338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28"/>
            <p:cNvSpPr/>
            <p:nvPr/>
          </p:nvSpPr>
          <p:spPr>
            <a:xfrm>
              <a:off x="7876975" y="2426898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28"/>
            <p:cNvSpPr/>
            <p:nvPr/>
          </p:nvSpPr>
          <p:spPr>
            <a:xfrm>
              <a:off x="8388725" y="3192787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28"/>
            <p:cNvSpPr/>
            <p:nvPr/>
          </p:nvSpPr>
          <p:spPr>
            <a:xfrm>
              <a:off x="7321725" y="323231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28"/>
            <p:cNvSpPr/>
            <p:nvPr/>
          </p:nvSpPr>
          <p:spPr>
            <a:xfrm>
              <a:off x="7876975" y="393137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28"/>
            <p:cNvSpPr/>
            <p:nvPr/>
          </p:nvSpPr>
          <p:spPr>
            <a:xfrm>
              <a:off x="7876975" y="922424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28"/>
            <p:cNvSpPr/>
            <p:nvPr/>
          </p:nvSpPr>
          <p:spPr>
            <a:xfrm>
              <a:off x="8493475" y="1733375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8"/>
            <p:cNvSpPr/>
            <p:nvPr/>
          </p:nvSpPr>
          <p:spPr>
            <a:xfrm>
              <a:off x="7321725" y="23445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8"/>
            <p:cNvSpPr/>
            <p:nvPr/>
          </p:nvSpPr>
          <p:spPr>
            <a:xfrm>
              <a:off x="8496350" y="273963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8"/>
            <p:cNvSpPr/>
            <p:nvPr/>
          </p:nvSpPr>
          <p:spPr>
            <a:xfrm>
              <a:off x="7876975" y="-582049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2" name="Google Shape;272;p28"/>
          <p:cNvSpPr txBox="1"/>
          <p:nvPr>
            <p:ph type="title"/>
          </p:nvPr>
        </p:nvSpPr>
        <p:spPr>
          <a:xfrm flipH="1">
            <a:off x="1181875" y="1723646"/>
            <a:ext cx="4798800" cy="208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3" name="Google Shape;273;p28"/>
          <p:cNvSpPr txBox="1"/>
          <p:nvPr>
            <p:ph idx="2" type="title"/>
          </p:nvPr>
        </p:nvSpPr>
        <p:spPr>
          <a:xfrm flipH="1">
            <a:off x="7010950" y="1063864"/>
            <a:ext cx="1289700" cy="10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4" name="Google Shape;274;p28"/>
          <p:cNvSpPr txBox="1"/>
          <p:nvPr>
            <p:ph idx="1" type="subTitle"/>
          </p:nvPr>
        </p:nvSpPr>
        <p:spPr>
          <a:xfrm flipH="1">
            <a:off x="1181875" y="4034796"/>
            <a:ext cx="47988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29"/>
          <p:cNvGrpSpPr/>
          <p:nvPr/>
        </p:nvGrpSpPr>
        <p:grpSpPr>
          <a:xfrm>
            <a:off x="62950" y="973854"/>
            <a:ext cx="2901900" cy="4552133"/>
            <a:chOff x="62950" y="973854"/>
            <a:chExt cx="2901900" cy="4552133"/>
          </a:xfrm>
        </p:grpSpPr>
        <p:sp>
          <p:nvSpPr>
            <p:cNvPr id="277" name="Google Shape;277;p29"/>
            <p:cNvSpPr/>
            <p:nvPr/>
          </p:nvSpPr>
          <p:spPr>
            <a:xfrm flipH="1">
              <a:off x="838000" y="3220675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8" name="Google Shape;278;p29"/>
            <p:cNvGrpSpPr/>
            <p:nvPr/>
          </p:nvGrpSpPr>
          <p:grpSpPr>
            <a:xfrm>
              <a:off x="62950" y="973854"/>
              <a:ext cx="2901900" cy="4552133"/>
              <a:chOff x="62950" y="973854"/>
              <a:chExt cx="2901900" cy="4552133"/>
            </a:xfrm>
          </p:grpSpPr>
          <p:grpSp>
            <p:nvGrpSpPr>
              <p:cNvPr id="279" name="Google Shape;279;p29"/>
              <p:cNvGrpSpPr/>
              <p:nvPr/>
            </p:nvGrpSpPr>
            <p:grpSpPr>
              <a:xfrm flipH="1">
                <a:off x="62950" y="2434200"/>
                <a:ext cx="616500" cy="2437112"/>
                <a:chOff x="8442538" y="1733375"/>
                <a:chExt cx="616500" cy="2437112"/>
              </a:xfrm>
            </p:grpSpPr>
            <p:sp>
              <p:nvSpPr>
                <p:cNvPr id="280" name="Google Shape;280;p29"/>
                <p:cNvSpPr/>
                <p:nvPr/>
              </p:nvSpPr>
              <p:spPr>
                <a:xfrm>
                  <a:off x="8442538" y="3192787"/>
                  <a:ext cx="616500" cy="977700"/>
                </a:xfrm>
                <a:prstGeom prst="diamond">
                  <a:avLst/>
                </a:prstGeom>
                <a:solidFill>
                  <a:schemeClr val="lt2"/>
                </a:solidFill>
                <a:ln>
                  <a:noFill/>
                </a:ln>
                <a:effectLst>
                  <a:outerShdw blurRad="57150" rotWithShape="0" algn="bl" dir="5400000" dist="19050">
                    <a:srgbClr val="000000">
                      <a:alpha val="50196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1" name="Google Shape;281;p29"/>
                <p:cNvSpPr/>
                <p:nvPr/>
              </p:nvSpPr>
              <p:spPr>
                <a:xfrm>
                  <a:off x="8442538" y="1733375"/>
                  <a:ext cx="616500" cy="977700"/>
                </a:xfrm>
                <a:prstGeom prst="diamond">
                  <a:avLst/>
                </a:prstGeom>
                <a:solidFill>
                  <a:schemeClr val="lt2"/>
                </a:solidFill>
                <a:ln>
                  <a:noFill/>
                </a:ln>
                <a:effectLst>
                  <a:outerShdw blurRad="57150" rotWithShape="0" algn="bl" dir="5400000" dist="19050">
                    <a:srgbClr val="000000">
                      <a:alpha val="50196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2" name="Google Shape;282;p29"/>
              <p:cNvGrpSpPr/>
              <p:nvPr/>
            </p:nvGrpSpPr>
            <p:grpSpPr>
              <a:xfrm flipH="1">
                <a:off x="824350" y="4548275"/>
                <a:ext cx="2140500" cy="977712"/>
                <a:chOff x="6918538" y="3192775"/>
                <a:chExt cx="2140500" cy="977712"/>
              </a:xfrm>
            </p:grpSpPr>
            <p:sp>
              <p:nvSpPr>
                <p:cNvPr id="283" name="Google Shape;283;p29"/>
                <p:cNvSpPr/>
                <p:nvPr/>
              </p:nvSpPr>
              <p:spPr>
                <a:xfrm>
                  <a:off x="8442538" y="3192787"/>
                  <a:ext cx="616500" cy="977700"/>
                </a:xfrm>
                <a:prstGeom prst="diamond">
                  <a:avLst/>
                </a:prstGeom>
                <a:solidFill>
                  <a:schemeClr val="lt2"/>
                </a:solidFill>
                <a:ln>
                  <a:noFill/>
                </a:ln>
                <a:effectLst>
                  <a:outerShdw blurRad="57150" rotWithShape="0" algn="bl" dir="5400000" dist="19050">
                    <a:srgbClr val="000000">
                      <a:alpha val="50196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4" name="Google Shape;284;p29"/>
                <p:cNvSpPr/>
                <p:nvPr/>
              </p:nvSpPr>
              <p:spPr>
                <a:xfrm>
                  <a:off x="6918538" y="3192775"/>
                  <a:ext cx="616500" cy="977700"/>
                </a:xfrm>
                <a:prstGeom prst="diamond">
                  <a:avLst/>
                </a:prstGeom>
                <a:solidFill>
                  <a:schemeClr val="lt2"/>
                </a:solidFill>
                <a:ln>
                  <a:noFill/>
                </a:ln>
                <a:effectLst>
                  <a:outerShdw blurRad="57150" rotWithShape="0" algn="bl" dir="5400000" dist="19050">
                    <a:srgbClr val="000000">
                      <a:alpha val="50196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5" name="Google Shape;285;p29"/>
              <p:cNvGrpSpPr/>
              <p:nvPr/>
            </p:nvGrpSpPr>
            <p:grpSpPr>
              <a:xfrm flipH="1">
                <a:off x="62950" y="973854"/>
                <a:ext cx="2139900" cy="3903513"/>
                <a:chOff x="8442538" y="-1192438"/>
                <a:chExt cx="2139900" cy="3903513"/>
              </a:xfrm>
            </p:grpSpPr>
            <p:sp>
              <p:nvSpPr>
                <p:cNvPr id="286" name="Google Shape;286;p29"/>
                <p:cNvSpPr/>
                <p:nvPr/>
              </p:nvSpPr>
              <p:spPr>
                <a:xfrm>
                  <a:off x="9965938" y="-1192438"/>
                  <a:ext cx="616500" cy="977700"/>
                </a:xfrm>
                <a:prstGeom prst="diamond">
                  <a:avLst/>
                </a:prstGeom>
                <a:solidFill>
                  <a:schemeClr val="lt2"/>
                </a:solidFill>
                <a:ln>
                  <a:noFill/>
                </a:ln>
                <a:effectLst>
                  <a:outerShdw blurRad="57150" rotWithShape="0" algn="bl" dir="5400000" dist="19050">
                    <a:srgbClr val="000000">
                      <a:alpha val="50196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87" name="Google Shape;287;p29"/>
                <p:cNvSpPr/>
                <p:nvPr/>
              </p:nvSpPr>
              <p:spPr>
                <a:xfrm>
                  <a:off x="8442538" y="1733375"/>
                  <a:ext cx="616500" cy="977700"/>
                </a:xfrm>
                <a:prstGeom prst="diamond">
                  <a:avLst/>
                </a:prstGeom>
                <a:solidFill>
                  <a:schemeClr val="lt2"/>
                </a:solidFill>
                <a:ln>
                  <a:noFill/>
                </a:ln>
                <a:effectLst>
                  <a:outerShdw blurRad="57150" rotWithShape="0" algn="bl" dir="5400000" dist="19050">
                    <a:srgbClr val="000000">
                      <a:alpha val="50196"/>
                    </a:srgbClr>
                  </a:outerShdw>
                </a:effectLst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sp>
        <p:nvSpPr>
          <p:cNvPr id="288" name="Google Shape;288;p29"/>
          <p:cNvSpPr txBox="1"/>
          <p:nvPr>
            <p:ph type="title"/>
          </p:nvPr>
        </p:nvSpPr>
        <p:spPr>
          <a:xfrm flipH="1">
            <a:off x="4387588" y="1210475"/>
            <a:ext cx="3963600" cy="17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89" name="Google Shape;289;p29"/>
          <p:cNvSpPr txBox="1"/>
          <p:nvPr>
            <p:ph idx="1" type="subTitle"/>
          </p:nvPr>
        </p:nvSpPr>
        <p:spPr>
          <a:xfrm flipH="1">
            <a:off x="4387588" y="2939125"/>
            <a:ext cx="3963600" cy="9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29"/>
          <p:cNvSpPr/>
          <p:nvPr>
            <p:ph idx="2" type="pic"/>
          </p:nvPr>
        </p:nvSpPr>
        <p:spPr>
          <a:xfrm flipH="1">
            <a:off x="792663" y="690300"/>
            <a:ext cx="3248100" cy="3762900"/>
          </a:xfrm>
          <a:prstGeom prst="diamond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6_1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30"/>
          <p:cNvGrpSpPr/>
          <p:nvPr/>
        </p:nvGrpSpPr>
        <p:grpSpPr>
          <a:xfrm>
            <a:off x="6741425" y="3276512"/>
            <a:ext cx="2510900" cy="2305200"/>
            <a:chOff x="1004100" y="-1765688"/>
            <a:chExt cx="2510900" cy="2305200"/>
          </a:xfrm>
        </p:grpSpPr>
        <p:sp>
          <p:nvSpPr>
            <p:cNvPr id="293" name="Google Shape;293;p30"/>
            <p:cNvSpPr/>
            <p:nvPr/>
          </p:nvSpPr>
          <p:spPr>
            <a:xfrm flipH="1">
              <a:off x="2898500" y="-1765688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30"/>
            <p:cNvSpPr/>
            <p:nvPr/>
          </p:nvSpPr>
          <p:spPr>
            <a:xfrm flipH="1">
              <a:off x="1004100" y="-438188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30"/>
            <p:cNvSpPr/>
            <p:nvPr/>
          </p:nvSpPr>
          <p:spPr>
            <a:xfrm flipH="1">
              <a:off x="1951300" y="-438188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30"/>
            <p:cNvSpPr/>
            <p:nvPr/>
          </p:nvSpPr>
          <p:spPr>
            <a:xfrm flipH="1">
              <a:off x="2898500" y="-438188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97" name="Google Shape;297;p30"/>
          <p:cNvSpPr txBox="1"/>
          <p:nvPr>
            <p:ph idx="1" type="subTitle"/>
          </p:nvPr>
        </p:nvSpPr>
        <p:spPr>
          <a:xfrm>
            <a:off x="785225" y="3770126"/>
            <a:ext cx="2175300" cy="7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>
            <p:ph idx="2" type="subTitle"/>
          </p:nvPr>
        </p:nvSpPr>
        <p:spPr>
          <a:xfrm>
            <a:off x="3484347" y="3770126"/>
            <a:ext cx="2175300" cy="7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6183475" y="3770126"/>
            <a:ext cx="2175300" cy="7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>
            <p:ph idx="4" type="subTitle"/>
          </p:nvPr>
        </p:nvSpPr>
        <p:spPr>
          <a:xfrm>
            <a:off x="785225" y="3382622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01" name="Google Shape;301;p30"/>
          <p:cNvSpPr txBox="1"/>
          <p:nvPr>
            <p:ph idx="5" type="subTitle"/>
          </p:nvPr>
        </p:nvSpPr>
        <p:spPr>
          <a:xfrm>
            <a:off x="3484350" y="3382622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02" name="Google Shape;302;p30"/>
          <p:cNvSpPr txBox="1"/>
          <p:nvPr>
            <p:ph idx="6" type="subTitle"/>
          </p:nvPr>
        </p:nvSpPr>
        <p:spPr>
          <a:xfrm>
            <a:off x="6183475" y="3382622"/>
            <a:ext cx="21753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303" name="Google Shape;303;p30"/>
          <p:cNvSpPr txBox="1"/>
          <p:nvPr>
            <p:ph type="title"/>
          </p:nvPr>
        </p:nvSpPr>
        <p:spPr>
          <a:xfrm>
            <a:off x="713225" y="54685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304" name="Google Shape;304;p30"/>
          <p:cNvSpPr txBox="1"/>
          <p:nvPr>
            <p:ph idx="7" type="title"/>
          </p:nvPr>
        </p:nvSpPr>
        <p:spPr>
          <a:xfrm>
            <a:off x="1112975" y="2082813"/>
            <a:ext cx="1025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5" name="Google Shape;305;p30"/>
          <p:cNvSpPr txBox="1"/>
          <p:nvPr>
            <p:ph idx="8" type="title"/>
          </p:nvPr>
        </p:nvSpPr>
        <p:spPr>
          <a:xfrm>
            <a:off x="6511400" y="2082813"/>
            <a:ext cx="1025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6" name="Google Shape;306;p30"/>
          <p:cNvSpPr txBox="1"/>
          <p:nvPr>
            <p:ph idx="9" type="title"/>
          </p:nvPr>
        </p:nvSpPr>
        <p:spPr>
          <a:xfrm>
            <a:off x="3812100" y="2082813"/>
            <a:ext cx="1025100" cy="44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1"/>
          <p:cNvSpPr/>
          <p:nvPr>
            <p:ph idx="2" type="pic"/>
          </p:nvPr>
        </p:nvSpPr>
        <p:spPr>
          <a:xfrm>
            <a:off x="-3301" y="0"/>
            <a:ext cx="91506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1"/>
          <p:cNvSpPr txBox="1"/>
          <p:nvPr>
            <p:ph type="title"/>
          </p:nvPr>
        </p:nvSpPr>
        <p:spPr>
          <a:xfrm>
            <a:off x="720000" y="3961925"/>
            <a:ext cx="7704000" cy="625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Google Shape;311;p32"/>
          <p:cNvGrpSpPr/>
          <p:nvPr/>
        </p:nvGrpSpPr>
        <p:grpSpPr>
          <a:xfrm>
            <a:off x="96718" y="-443793"/>
            <a:ext cx="1315975" cy="3251894"/>
            <a:chOff x="96718" y="-443793"/>
            <a:chExt cx="1315975" cy="3251894"/>
          </a:xfrm>
        </p:grpSpPr>
        <p:grpSp>
          <p:nvGrpSpPr>
            <p:cNvPr id="312" name="Google Shape;312;p32"/>
            <p:cNvGrpSpPr/>
            <p:nvPr/>
          </p:nvGrpSpPr>
          <p:grpSpPr>
            <a:xfrm>
              <a:off x="96718" y="331471"/>
              <a:ext cx="616500" cy="2476630"/>
              <a:chOff x="7321725" y="234451"/>
              <a:chExt cx="616500" cy="2476630"/>
            </a:xfrm>
          </p:grpSpPr>
          <p:sp>
            <p:nvSpPr>
              <p:cNvPr id="313" name="Google Shape;313;p32"/>
              <p:cNvSpPr/>
              <p:nvPr/>
            </p:nvSpPr>
            <p:spPr>
              <a:xfrm>
                <a:off x="7321725" y="1733381"/>
                <a:ext cx="616500" cy="9777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4" name="Google Shape;314;p32"/>
              <p:cNvSpPr/>
              <p:nvPr/>
            </p:nvSpPr>
            <p:spPr>
              <a:xfrm>
                <a:off x="7321725" y="234451"/>
                <a:ext cx="616500" cy="9777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15" name="Google Shape;315;p32"/>
            <p:cNvSpPr/>
            <p:nvPr/>
          </p:nvSpPr>
          <p:spPr>
            <a:xfrm>
              <a:off x="796193" y="-443793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6" name="Google Shape;316;p32"/>
          <p:cNvSpPr txBox="1"/>
          <p:nvPr>
            <p:ph type="title"/>
          </p:nvPr>
        </p:nvSpPr>
        <p:spPr>
          <a:xfrm>
            <a:off x="796200" y="1469475"/>
            <a:ext cx="3233100" cy="126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7" name="Google Shape;317;p32"/>
          <p:cNvSpPr txBox="1"/>
          <p:nvPr>
            <p:ph idx="1" type="subTitle"/>
          </p:nvPr>
        </p:nvSpPr>
        <p:spPr>
          <a:xfrm>
            <a:off x="796200" y="2657625"/>
            <a:ext cx="3233100" cy="10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33"/>
          <p:cNvGrpSpPr/>
          <p:nvPr/>
        </p:nvGrpSpPr>
        <p:grpSpPr>
          <a:xfrm flipH="1">
            <a:off x="7751818" y="-473818"/>
            <a:ext cx="1315975" cy="3251894"/>
            <a:chOff x="96718" y="-443793"/>
            <a:chExt cx="1315975" cy="3251894"/>
          </a:xfrm>
        </p:grpSpPr>
        <p:grpSp>
          <p:nvGrpSpPr>
            <p:cNvPr id="320" name="Google Shape;320;p33"/>
            <p:cNvGrpSpPr/>
            <p:nvPr/>
          </p:nvGrpSpPr>
          <p:grpSpPr>
            <a:xfrm>
              <a:off x="96718" y="331471"/>
              <a:ext cx="616500" cy="2476630"/>
              <a:chOff x="7321725" y="234451"/>
              <a:chExt cx="616500" cy="2476630"/>
            </a:xfrm>
          </p:grpSpPr>
          <p:sp>
            <p:nvSpPr>
              <p:cNvPr id="321" name="Google Shape;321;p33"/>
              <p:cNvSpPr/>
              <p:nvPr/>
            </p:nvSpPr>
            <p:spPr>
              <a:xfrm>
                <a:off x="7321725" y="1733381"/>
                <a:ext cx="616500" cy="9777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2" name="Google Shape;322;p33"/>
              <p:cNvSpPr/>
              <p:nvPr/>
            </p:nvSpPr>
            <p:spPr>
              <a:xfrm>
                <a:off x="7321725" y="234451"/>
                <a:ext cx="616500" cy="9777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23" name="Google Shape;323;p33"/>
            <p:cNvSpPr/>
            <p:nvPr/>
          </p:nvSpPr>
          <p:spPr>
            <a:xfrm>
              <a:off x="796193" y="-443793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4" name="Google Shape;324;p33"/>
          <p:cNvSpPr txBox="1"/>
          <p:nvPr>
            <p:ph type="title"/>
          </p:nvPr>
        </p:nvSpPr>
        <p:spPr>
          <a:xfrm>
            <a:off x="5167850" y="1437525"/>
            <a:ext cx="3016500" cy="126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5" name="Google Shape;325;p33"/>
          <p:cNvSpPr txBox="1"/>
          <p:nvPr>
            <p:ph idx="1" type="subTitle"/>
          </p:nvPr>
        </p:nvSpPr>
        <p:spPr>
          <a:xfrm>
            <a:off x="5167993" y="2625675"/>
            <a:ext cx="30165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2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7" name="Google Shape;327;p34"/>
          <p:cNvGrpSpPr/>
          <p:nvPr/>
        </p:nvGrpSpPr>
        <p:grpSpPr>
          <a:xfrm flipH="1" rot="10800000">
            <a:off x="96718" y="2375608"/>
            <a:ext cx="1315975" cy="3251894"/>
            <a:chOff x="96718" y="-443793"/>
            <a:chExt cx="1315975" cy="3251894"/>
          </a:xfrm>
        </p:grpSpPr>
        <p:grpSp>
          <p:nvGrpSpPr>
            <p:cNvPr id="328" name="Google Shape;328;p34"/>
            <p:cNvGrpSpPr/>
            <p:nvPr/>
          </p:nvGrpSpPr>
          <p:grpSpPr>
            <a:xfrm>
              <a:off x="96718" y="331471"/>
              <a:ext cx="616500" cy="2476630"/>
              <a:chOff x="7321725" y="234451"/>
              <a:chExt cx="616500" cy="2476630"/>
            </a:xfrm>
          </p:grpSpPr>
          <p:sp>
            <p:nvSpPr>
              <p:cNvPr id="329" name="Google Shape;329;p34"/>
              <p:cNvSpPr/>
              <p:nvPr/>
            </p:nvSpPr>
            <p:spPr>
              <a:xfrm>
                <a:off x="7321725" y="1733381"/>
                <a:ext cx="616500" cy="9777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0" name="Google Shape;330;p34"/>
              <p:cNvSpPr/>
              <p:nvPr/>
            </p:nvSpPr>
            <p:spPr>
              <a:xfrm>
                <a:off x="7321725" y="234451"/>
                <a:ext cx="616500" cy="9777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31" name="Google Shape;331;p34"/>
            <p:cNvSpPr/>
            <p:nvPr/>
          </p:nvSpPr>
          <p:spPr>
            <a:xfrm>
              <a:off x="796193" y="-443793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32" name="Google Shape;332;p34"/>
          <p:cNvSpPr txBox="1"/>
          <p:nvPr>
            <p:ph type="title"/>
          </p:nvPr>
        </p:nvSpPr>
        <p:spPr>
          <a:xfrm>
            <a:off x="796200" y="1469475"/>
            <a:ext cx="3233100" cy="126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33" name="Google Shape;333;p34"/>
          <p:cNvSpPr txBox="1"/>
          <p:nvPr>
            <p:ph idx="1" type="subTitle"/>
          </p:nvPr>
        </p:nvSpPr>
        <p:spPr>
          <a:xfrm>
            <a:off x="796200" y="2657625"/>
            <a:ext cx="3233100" cy="10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Google Shape;335;p35"/>
          <p:cNvGrpSpPr/>
          <p:nvPr/>
        </p:nvGrpSpPr>
        <p:grpSpPr>
          <a:xfrm flipH="1">
            <a:off x="-308975" y="-265349"/>
            <a:ext cx="1791125" cy="5491120"/>
            <a:chOff x="7321725" y="-582049"/>
            <a:chExt cx="1791125" cy="5491120"/>
          </a:xfrm>
        </p:grpSpPr>
        <p:sp>
          <p:nvSpPr>
            <p:cNvPr id="336" name="Google Shape;336;p35"/>
            <p:cNvSpPr/>
            <p:nvPr/>
          </p:nvSpPr>
          <p:spPr>
            <a:xfrm>
              <a:off x="7321725" y="173338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35"/>
            <p:cNvSpPr/>
            <p:nvPr/>
          </p:nvSpPr>
          <p:spPr>
            <a:xfrm>
              <a:off x="7876975" y="2426898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35"/>
            <p:cNvSpPr/>
            <p:nvPr/>
          </p:nvSpPr>
          <p:spPr>
            <a:xfrm>
              <a:off x="8388725" y="3192787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35"/>
            <p:cNvSpPr/>
            <p:nvPr/>
          </p:nvSpPr>
          <p:spPr>
            <a:xfrm>
              <a:off x="7321725" y="323231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35"/>
            <p:cNvSpPr/>
            <p:nvPr/>
          </p:nvSpPr>
          <p:spPr>
            <a:xfrm>
              <a:off x="7876975" y="393137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35"/>
            <p:cNvSpPr/>
            <p:nvPr/>
          </p:nvSpPr>
          <p:spPr>
            <a:xfrm>
              <a:off x="7876975" y="922424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35"/>
            <p:cNvSpPr/>
            <p:nvPr/>
          </p:nvSpPr>
          <p:spPr>
            <a:xfrm>
              <a:off x="8493475" y="1733375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35"/>
            <p:cNvSpPr/>
            <p:nvPr/>
          </p:nvSpPr>
          <p:spPr>
            <a:xfrm>
              <a:off x="7321725" y="23445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35"/>
            <p:cNvSpPr/>
            <p:nvPr/>
          </p:nvSpPr>
          <p:spPr>
            <a:xfrm>
              <a:off x="8496350" y="273963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35"/>
            <p:cNvSpPr/>
            <p:nvPr/>
          </p:nvSpPr>
          <p:spPr>
            <a:xfrm>
              <a:off x="7876975" y="-582049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6" name="Google Shape;346;p35"/>
          <p:cNvGrpSpPr/>
          <p:nvPr/>
        </p:nvGrpSpPr>
        <p:grpSpPr>
          <a:xfrm flipH="1">
            <a:off x="7633425" y="3157701"/>
            <a:ext cx="1791125" cy="2482173"/>
            <a:chOff x="7321725" y="-582049"/>
            <a:chExt cx="1791125" cy="2482173"/>
          </a:xfrm>
        </p:grpSpPr>
        <p:sp>
          <p:nvSpPr>
            <p:cNvPr id="347" name="Google Shape;347;p35"/>
            <p:cNvSpPr/>
            <p:nvPr/>
          </p:nvSpPr>
          <p:spPr>
            <a:xfrm>
              <a:off x="7876975" y="922424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35"/>
            <p:cNvSpPr/>
            <p:nvPr/>
          </p:nvSpPr>
          <p:spPr>
            <a:xfrm>
              <a:off x="7321725" y="23445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35"/>
            <p:cNvSpPr/>
            <p:nvPr/>
          </p:nvSpPr>
          <p:spPr>
            <a:xfrm>
              <a:off x="8496350" y="273963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35"/>
            <p:cNvSpPr/>
            <p:nvPr/>
          </p:nvSpPr>
          <p:spPr>
            <a:xfrm>
              <a:off x="7876975" y="-582049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1" name="Google Shape;351;p35"/>
          <p:cNvSpPr txBox="1"/>
          <p:nvPr>
            <p:ph hasCustomPrompt="1" type="title"/>
          </p:nvPr>
        </p:nvSpPr>
        <p:spPr>
          <a:xfrm>
            <a:off x="1442400" y="1535550"/>
            <a:ext cx="6259200" cy="127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52" name="Google Shape;352;p35"/>
          <p:cNvSpPr txBox="1"/>
          <p:nvPr>
            <p:ph idx="1" type="subTitle"/>
          </p:nvPr>
        </p:nvSpPr>
        <p:spPr>
          <a:xfrm>
            <a:off x="1442400" y="3110850"/>
            <a:ext cx="62592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36"/>
          <p:cNvGrpSpPr/>
          <p:nvPr/>
        </p:nvGrpSpPr>
        <p:grpSpPr>
          <a:xfrm flipH="1" rot="10800000">
            <a:off x="7633425" y="148754"/>
            <a:ext cx="1791125" cy="5491120"/>
            <a:chOff x="7321725" y="-582049"/>
            <a:chExt cx="1791125" cy="5491120"/>
          </a:xfrm>
        </p:grpSpPr>
        <p:sp>
          <p:nvSpPr>
            <p:cNvPr id="355" name="Google Shape;355;p36"/>
            <p:cNvSpPr/>
            <p:nvPr/>
          </p:nvSpPr>
          <p:spPr>
            <a:xfrm>
              <a:off x="7321725" y="173338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6" name="Google Shape;356;p36"/>
            <p:cNvSpPr/>
            <p:nvPr/>
          </p:nvSpPr>
          <p:spPr>
            <a:xfrm>
              <a:off x="7876975" y="2426898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36"/>
            <p:cNvSpPr/>
            <p:nvPr/>
          </p:nvSpPr>
          <p:spPr>
            <a:xfrm>
              <a:off x="8388725" y="3192787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36"/>
            <p:cNvSpPr/>
            <p:nvPr/>
          </p:nvSpPr>
          <p:spPr>
            <a:xfrm>
              <a:off x="7321725" y="323231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36"/>
            <p:cNvSpPr/>
            <p:nvPr/>
          </p:nvSpPr>
          <p:spPr>
            <a:xfrm>
              <a:off x="7876975" y="393137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0" name="Google Shape;360;p36"/>
            <p:cNvSpPr/>
            <p:nvPr/>
          </p:nvSpPr>
          <p:spPr>
            <a:xfrm>
              <a:off x="7876975" y="922424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1" name="Google Shape;361;p36"/>
            <p:cNvSpPr/>
            <p:nvPr/>
          </p:nvSpPr>
          <p:spPr>
            <a:xfrm>
              <a:off x="8493475" y="1733375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36"/>
            <p:cNvSpPr/>
            <p:nvPr/>
          </p:nvSpPr>
          <p:spPr>
            <a:xfrm>
              <a:off x="7321725" y="23445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36"/>
            <p:cNvSpPr/>
            <p:nvPr/>
          </p:nvSpPr>
          <p:spPr>
            <a:xfrm>
              <a:off x="8496350" y="273963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4" name="Google Shape;364;p36"/>
            <p:cNvSpPr/>
            <p:nvPr/>
          </p:nvSpPr>
          <p:spPr>
            <a:xfrm>
              <a:off x="7876975" y="-582049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5" name="Google Shape;365;p36"/>
          <p:cNvGrpSpPr/>
          <p:nvPr/>
        </p:nvGrpSpPr>
        <p:grpSpPr>
          <a:xfrm flipH="1" rot="10800000">
            <a:off x="-308975" y="-265349"/>
            <a:ext cx="1791125" cy="2482173"/>
            <a:chOff x="7321725" y="-582049"/>
            <a:chExt cx="1791125" cy="2482173"/>
          </a:xfrm>
        </p:grpSpPr>
        <p:sp>
          <p:nvSpPr>
            <p:cNvPr id="366" name="Google Shape;366;p36"/>
            <p:cNvSpPr/>
            <p:nvPr/>
          </p:nvSpPr>
          <p:spPr>
            <a:xfrm>
              <a:off x="7876975" y="922424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36"/>
            <p:cNvSpPr/>
            <p:nvPr/>
          </p:nvSpPr>
          <p:spPr>
            <a:xfrm>
              <a:off x="7321725" y="23445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36"/>
            <p:cNvSpPr/>
            <p:nvPr/>
          </p:nvSpPr>
          <p:spPr>
            <a:xfrm>
              <a:off x="8496350" y="273963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36"/>
            <p:cNvSpPr/>
            <p:nvPr/>
          </p:nvSpPr>
          <p:spPr>
            <a:xfrm>
              <a:off x="7876975" y="-582049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70" name="Google Shape;370;p36"/>
          <p:cNvSpPr txBox="1"/>
          <p:nvPr>
            <p:ph type="title"/>
          </p:nvPr>
        </p:nvSpPr>
        <p:spPr>
          <a:xfrm>
            <a:off x="2223600" y="609125"/>
            <a:ext cx="46968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1" name="Google Shape;371;p36"/>
          <p:cNvSpPr txBox="1"/>
          <p:nvPr>
            <p:ph idx="1" type="subTitle"/>
          </p:nvPr>
        </p:nvSpPr>
        <p:spPr>
          <a:xfrm>
            <a:off x="2223600" y="1367125"/>
            <a:ext cx="46968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2" name="Google Shape;372;p36"/>
          <p:cNvSpPr txBox="1"/>
          <p:nvPr>
            <p:ph idx="2" type="title"/>
          </p:nvPr>
        </p:nvSpPr>
        <p:spPr>
          <a:xfrm>
            <a:off x="2223600" y="1983032"/>
            <a:ext cx="46968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3" name="Google Shape;373;p36"/>
          <p:cNvSpPr txBox="1"/>
          <p:nvPr>
            <p:ph idx="3" type="subTitle"/>
          </p:nvPr>
        </p:nvSpPr>
        <p:spPr>
          <a:xfrm>
            <a:off x="2223600" y="2743600"/>
            <a:ext cx="46968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4" name="Google Shape;374;p36"/>
          <p:cNvSpPr txBox="1"/>
          <p:nvPr>
            <p:ph idx="4" type="title"/>
          </p:nvPr>
        </p:nvSpPr>
        <p:spPr>
          <a:xfrm>
            <a:off x="2223600" y="3356938"/>
            <a:ext cx="4696800" cy="76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5" name="Google Shape;375;p36"/>
          <p:cNvSpPr txBox="1"/>
          <p:nvPr>
            <p:ph idx="5" type="subTitle"/>
          </p:nvPr>
        </p:nvSpPr>
        <p:spPr>
          <a:xfrm>
            <a:off x="2223600" y="4120075"/>
            <a:ext cx="46968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7"/>
          <p:cNvSpPr txBox="1"/>
          <p:nvPr>
            <p:ph type="title"/>
          </p:nvPr>
        </p:nvSpPr>
        <p:spPr>
          <a:xfrm>
            <a:off x="713225" y="54685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grpSp>
        <p:nvGrpSpPr>
          <p:cNvPr id="378" name="Google Shape;378;p37"/>
          <p:cNvGrpSpPr/>
          <p:nvPr/>
        </p:nvGrpSpPr>
        <p:grpSpPr>
          <a:xfrm flipH="1" rot="10800000">
            <a:off x="6897000" y="-498001"/>
            <a:ext cx="2203025" cy="3113213"/>
            <a:chOff x="6290450" y="-1901062"/>
            <a:chExt cx="2203025" cy="3113213"/>
          </a:xfrm>
        </p:grpSpPr>
        <p:sp>
          <p:nvSpPr>
            <p:cNvPr id="379" name="Google Shape;379;p37"/>
            <p:cNvSpPr/>
            <p:nvPr/>
          </p:nvSpPr>
          <p:spPr>
            <a:xfrm>
              <a:off x="6290450" y="234449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37"/>
            <p:cNvSpPr/>
            <p:nvPr/>
          </p:nvSpPr>
          <p:spPr>
            <a:xfrm>
              <a:off x="7321725" y="23445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37"/>
            <p:cNvSpPr/>
            <p:nvPr/>
          </p:nvSpPr>
          <p:spPr>
            <a:xfrm>
              <a:off x="7876963" y="-1901062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37"/>
            <p:cNvSpPr/>
            <p:nvPr/>
          </p:nvSpPr>
          <p:spPr>
            <a:xfrm>
              <a:off x="7876975" y="-582049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38"/>
          <p:cNvSpPr txBox="1"/>
          <p:nvPr>
            <p:ph type="title"/>
          </p:nvPr>
        </p:nvSpPr>
        <p:spPr>
          <a:xfrm>
            <a:off x="713225" y="54685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grpSp>
        <p:nvGrpSpPr>
          <p:cNvPr id="385" name="Google Shape;385;p38"/>
          <p:cNvGrpSpPr/>
          <p:nvPr/>
        </p:nvGrpSpPr>
        <p:grpSpPr>
          <a:xfrm rot="10800000">
            <a:off x="39000" y="-498001"/>
            <a:ext cx="2203025" cy="3113213"/>
            <a:chOff x="6290450" y="-1901062"/>
            <a:chExt cx="2203025" cy="3113213"/>
          </a:xfrm>
        </p:grpSpPr>
        <p:sp>
          <p:nvSpPr>
            <p:cNvPr id="386" name="Google Shape;386;p38"/>
            <p:cNvSpPr/>
            <p:nvPr/>
          </p:nvSpPr>
          <p:spPr>
            <a:xfrm>
              <a:off x="6290450" y="234449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38"/>
            <p:cNvSpPr/>
            <p:nvPr/>
          </p:nvSpPr>
          <p:spPr>
            <a:xfrm>
              <a:off x="7321725" y="23445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38"/>
            <p:cNvSpPr/>
            <p:nvPr/>
          </p:nvSpPr>
          <p:spPr>
            <a:xfrm>
              <a:off x="7876963" y="-1901062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38"/>
            <p:cNvSpPr/>
            <p:nvPr/>
          </p:nvSpPr>
          <p:spPr>
            <a:xfrm>
              <a:off x="7876975" y="-582049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9"/>
          <p:cNvSpPr txBox="1"/>
          <p:nvPr>
            <p:ph type="title"/>
          </p:nvPr>
        </p:nvSpPr>
        <p:spPr>
          <a:xfrm>
            <a:off x="713225" y="54685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grpSp>
        <p:nvGrpSpPr>
          <p:cNvPr id="392" name="Google Shape;392;p39"/>
          <p:cNvGrpSpPr/>
          <p:nvPr/>
        </p:nvGrpSpPr>
        <p:grpSpPr>
          <a:xfrm flipH="1">
            <a:off x="39000" y="2473799"/>
            <a:ext cx="2203025" cy="3113213"/>
            <a:chOff x="6290450" y="-1901062"/>
            <a:chExt cx="2203025" cy="3113213"/>
          </a:xfrm>
        </p:grpSpPr>
        <p:sp>
          <p:nvSpPr>
            <p:cNvPr id="393" name="Google Shape;393;p39"/>
            <p:cNvSpPr/>
            <p:nvPr/>
          </p:nvSpPr>
          <p:spPr>
            <a:xfrm>
              <a:off x="6290450" y="234449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39"/>
            <p:cNvSpPr/>
            <p:nvPr/>
          </p:nvSpPr>
          <p:spPr>
            <a:xfrm>
              <a:off x="7321725" y="23445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39"/>
            <p:cNvSpPr/>
            <p:nvPr/>
          </p:nvSpPr>
          <p:spPr>
            <a:xfrm>
              <a:off x="7876963" y="-1901062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39"/>
            <p:cNvSpPr/>
            <p:nvPr/>
          </p:nvSpPr>
          <p:spPr>
            <a:xfrm>
              <a:off x="7876975" y="-582049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0"/>
          <p:cNvSpPr txBox="1"/>
          <p:nvPr>
            <p:ph type="title"/>
          </p:nvPr>
        </p:nvSpPr>
        <p:spPr>
          <a:xfrm>
            <a:off x="713225" y="54685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grpSp>
        <p:nvGrpSpPr>
          <p:cNvPr id="399" name="Google Shape;399;p40"/>
          <p:cNvGrpSpPr/>
          <p:nvPr/>
        </p:nvGrpSpPr>
        <p:grpSpPr>
          <a:xfrm>
            <a:off x="6897000" y="2473799"/>
            <a:ext cx="2203025" cy="3113213"/>
            <a:chOff x="6290450" y="-1901062"/>
            <a:chExt cx="2203025" cy="3113213"/>
          </a:xfrm>
        </p:grpSpPr>
        <p:sp>
          <p:nvSpPr>
            <p:cNvPr id="400" name="Google Shape;400;p40"/>
            <p:cNvSpPr/>
            <p:nvPr/>
          </p:nvSpPr>
          <p:spPr>
            <a:xfrm>
              <a:off x="6290450" y="234449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40"/>
            <p:cNvSpPr/>
            <p:nvPr/>
          </p:nvSpPr>
          <p:spPr>
            <a:xfrm>
              <a:off x="7321725" y="23445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40"/>
            <p:cNvSpPr/>
            <p:nvPr/>
          </p:nvSpPr>
          <p:spPr>
            <a:xfrm>
              <a:off x="7876963" y="-1901062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40"/>
            <p:cNvSpPr/>
            <p:nvPr/>
          </p:nvSpPr>
          <p:spPr>
            <a:xfrm>
              <a:off x="7876975" y="-582049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1"/>
          <p:cNvSpPr txBox="1"/>
          <p:nvPr>
            <p:ph idx="1" type="subTitle"/>
          </p:nvPr>
        </p:nvSpPr>
        <p:spPr>
          <a:xfrm>
            <a:off x="5055284" y="3989749"/>
            <a:ext cx="250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6" name="Google Shape;406;p41"/>
          <p:cNvSpPr txBox="1"/>
          <p:nvPr>
            <p:ph idx="2" type="subTitle"/>
          </p:nvPr>
        </p:nvSpPr>
        <p:spPr>
          <a:xfrm>
            <a:off x="1583300" y="3989749"/>
            <a:ext cx="2505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7" name="Google Shape;407;p41"/>
          <p:cNvSpPr txBox="1"/>
          <p:nvPr>
            <p:ph idx="3" type="subTitle"/>
          </p:nvPr>
        </p:nvSpPr>
        <p:spPr>
          <a:xfrm>
            <a:off x="5055275" y="3531178"/>
            <a:ext cx="25056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8" name="Google Shape;408;p41"/>
          <p:cNvSpPr txBox="1"/>
          <p:nvPr>
            <p:ph idx="4" type="subTitle"/>
          </p:nvPr>
        </p:nvSpPr>
        <p:spPr>
          <a:xfrm>
            <a:off x="1583075" y="3531178"/>
            <a:ext cx="2505600" cy="528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409" name="Google Shape;409;p41"/>
          <p:cNvSpPr txBox="1"/>
          <p:nvPr>
            <p:ph type="title"/>
          </p:nvPr>
        </p:nvSpPr>
        <p:spPr>
          <a:xfrm>
            <a:off x="713225" y="54685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sz="35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grpSp>
        <p:nvGrpSpPr>
          <p:cNvPr id="410" name="Google Shape;410;p41"/>
          <p:cNvGrpSpPr/>
          <p:nvPr/>
        </p:nvGrpSpPr>
        <p:grpSpPr>
          <a:xfrm>
            <a:off x="7928275" y="-234701"/>
            <a:ext cx="1171750" cy="5821713"/>
            <a:chOff x="7928275" y="-234701"/>
            <a:chExt cx="1171750" cy="5821713"/>
          </a:xfrm>
        </p:grpSpPr>
        <p:grpSp>
          <p:nvGrpSpPr>
            <p:cNvPr id="411" name="Google Shape;411;p41"/>
            <p:cNvGrpSpPr/>
            <p:nvPr/>
          </p:nvGrpSpPr>
          <p:grpSpPr>
            <a:xfrm>
              <a:off x="7928275" y="2473799"/>
              <a:ext cx="1171750" cy="3113213"/>
              <a:chOff x="7321725" y="-1901062"/>
              <a:chExt cx="1171750" cy="3113213"/>
            </a:xfrm>
          </p:grpSpPr>
          <p:sp>
            <p:nvSpPr>
              <p:cNvPr id="412" name="Google Shape;412;p41"/>
              <p:cNvSpPr/>
              <p:nvPr/>
            </p:nvSpPr>
            <p:spPr>
              <a:xfrm>
                <a:off x="7321725" y="234451"/>
                <a:ext cx="616500" cy="9777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3" name="Google Shape;413;p41"/>
              <p:cNvSpPr/>
              <p:nvPr/>
            </p:nvSpPr>
            <p:spPr>
              <a:xfrm>
                <a:off x="7876963" y="-1901062"/>
                <a:ext cx="616500" cy="9777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4" name="Google Shape;414;p41"/>
              <p:cNvSpPr/>
              <p:nvPr/>
            </p:nvSpPr>
            <p:spPr>
              <a:xfrm>
                <a:off x="7876975" y="-582049"/>
                <a:ext cx="616500" cy="9777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5" name="Google Shape;415;p41"/>
            <p:cNvSpPr/>
            <p:nvPr/>
          </p:nvSpPr>
          <p:spPr>
            <a:xfrm>
              <a:off x="8483513" y="1119549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41"/>
            <p:cNvSpPr/>
            <p:nvPr/>
          </p:nvSpPr>
          <p:spPr>
            <a:xfrm>
              <a:off x="8483513" y="-23470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8" name="Google Shape;418;p42"/>
          <p:cNvGrpSpPr/>
          <p:nvPr/>
        </p:nvGrpSpPr>
        <p:grpSpPr>
          <a:xfrm>
            <a:off x="7429063" y="-1123362"/>
            <a:ext cx="1791125" cy="4635108"/>
            <a:chOff x="7321725" y="273963"/>
            <a:chExt cx="1791125" cy="4635108"/>
          </a:xfrm>
        </p:grpSpPr>
        <p:sp>
          <p:nvSpPr>
            <p:cNvPr id="419" name="Google Shape;419;p42"/>
            <p:cNvSpPr/>
            <p:nvPr/>
          </p:nvSpPr>
          <p:spPr>
            <a:xfrm>
              <a:off x="7321725" y="173338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42"/>
            <p:cNvSpPr/>
            <p:nvPr/>
          </p:nvSpPr>
          <p:spPr>
            <a:xfrm>
              <a:off x="7876975" y="2426898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42"/>
            <p:cNvSpPr/>
            <p:nvPr/>
          </p:nvSpPr>
          <p:spPr>
            <a:xfrm>
              <a:off x="8388725" y="3192787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42"/>
            <p:cNvSpPr/>
            <p:nvPr/>
          </p:nvSpPr>
          <p:spPr>
            <a:xfrm>
              <a:off x="7321725" y="323231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42"/>
            <p:cNvSpPr/>
            <p:nvPr/>
          </p:nvSpPr>
          <p:spPr>
            <a:xfrm>
              <a:off x="7876975" y="393137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42"/>
            <p:cNvSpPr/>
            <p:nvPr/>
          </p:nvSpPr>
          <p:spPr>
            <a:xfrm>
              <a:off x="7876975" y="922424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42"/>
            <p:cNvSpPr/>
            <p:nvPr/>
          </p:nvSpPr>
          <p:spPr>
            <a:xfrm>
              <a:off x="8493475" y="1733375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42"/>
            <p:cNvSpPr/>
            <p:nvPr/>
          </p:nvSpPr>
          <p:spPr>
            <a:xfrm>
              <a:off x="8496350" y="273963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7" name="Google Shape;427;p42"/>
          <p:cNvSpPr txBox="1"/>
          <p:nvPr>
            <p:ph type="title"/>
          </p:nvPr>
        </p:nvSpPr>
        <p:spPr>
          <a:xfrm>
            <a:off x="2099125" y="572300"/>
            <a:ext cx="49458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28" name="Google Shape;428;p42"/>
          <p:cNvSpPr txBox="1"/>
          <p:nvPr>
            <p:ph idx="1" type="subTitle"/>
          </p:nvPr>
        </p:nvSpPr>
        <p:spPr>
          <a:xfrm>
            <a:off x="2099075" y="1698175"/>
            <a:ext cx="4945800" cy="10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29" name="Google Shape;429;p42"/>
          <p:cNvSpPr txBox="1"/>
          <p:nvPr/>
        </p:nvSpPr>
        <p:spPr>
          <a:xfrm>
            <a:off x="2099100" y="3611950"/>
            <a:ext cx="4945800" cy="6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CREDITS:</a:t>
            </a:r>
            <a:r>
              <a:rPr b="0" i="0" lang="en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This presentation template was created by </a:t>
            </a:r>
            <a:r>
              <a:rPr b="1" i="0" lang="en" sz="1200" u="sng" cap="none" strike="noStrike">
                <a:solidFill>
                  <a:schemeClr val="hlink"/>
                </a:solidFill>
                <a:latin typeface="Assistant"/>
                <a:ea typeface="Assistant"/>
                <a:cs typeface="Assistant"/>
                <a:sym typeface="Assistant"/>
                <a:hlinkClick r:id="rId2"/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, and includes icons by </a:t>
            </a:r>
            <a:r>
              <a:rPr b="1" i="0" lang="en" sz="1200" u="sng" cap="none" strike="noStrike">
                <a:solidFill>
                  <a:schemeClr val="hlink"/>
                </a:solidFill>
                <a:latin typeface="Assistant"/>
                <a:ea typeface="Assistant"/>
                <a:cs typeface="Assistant"/>
                <a:sym typeface="Assistant"/>
                <a:hlinkClick r:id="rId3"/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, and infographics &amp; images by </a:t>
            </a:r>
            <a:r>
              <a:rPr b="1" i="0" lang="en" sz="1200" u="sng" cap="none" strike="noStrike">
                <a:solidFill>
                  <a:schemeClr val="hlink"/>
                </a:solidFill>
                <a:latin typeface="Assistant"/>
                <a:ea typeface="Assistant"/>
                <a:cs typeface="Assistant"/>
                <a:sym typeface="Assistant"/>
                <a:hlinkClick r:id="rId4"/>
              </a:rPr>
              <a:t>Freepik</a:t>
            </a:r>
            <a:r>
              <a:rPr b="0" i="0" lang="en" sz="1200" u="sng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rPr>
              <a:t> </a:t>
            </a:r>
            <a:endParaRPr b="1" i="0" sz="1200" u="sng" cap="none" strike="noStrike"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430" name="Google Shape;430;p42"/>
          <p:cNvGrpSpPr/>
          <p:nvPr/>
        </p:nvGrpSpPr>
        <p:grpSpPr>
          <a:xfrm>
            <a:off x="-188062" y="1637326"/>
            <a:ext cx="1791125" cy="5491120"/>
            <a:chOff x="7321725" y="-582049"/>
            <a:chExt cx="1791125" cy="5491120"/>
          </a:xfrm>
        </p:grpSpPr>
        <p:sp>
          <p:nvSpPr>
            <p:cNvPr id="431" name="Google Shape;431;p42"/>
            <p:cNvSpPr/>
            <p:nvPr/>
          </p:nvSpPr>
          <p:spPr>
            <a:xfrm>
              <a:off x="7321725" y="173338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42"/>
            <p:cNvSpPr/>
            <p:nvPr/>
          </p:nvSpPr>
          <p:spPr>
            <a:xfrm>
              <a:off x="7876975" y="2426898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42"/>
            <p:cNvSpPr/>
            <p:nvPr/>
          </p:nvSpPr>
          <p:spPr>
            <a:xfrm>
              <a:off x="8388725" y="3192787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42"/>
            <p:cNvSpPr/>
            <p:nvPr/>
          </p:nvSpPr>
          <p:spPr>
            <a:xfrm>
              <a:off x="7321725" y="323231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42"/>
            <p:cNvSpPr/>
            <p:nvPr/>
          </p:nvSpPr>
          <p:spPr>
            <a:xfrm>
              <a:off x="7876975" y="393137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42"/>
            <p:cNvSpPr/>
            <p:nvPr/>
          </p:nvSpPr>
          <p:spPr>
            <a:xfrm>
              <a:off x="7876975" y="922424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42"/>
            <p:cNvSpPr/>
            <p:nvPr/>
          </p:nvSpPr>
          <p:spPr>
            <a:xfrm>
              <a:off x="8493475" y="1733375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42"/>
            <p:cNvSpPr/>
            <p:nvPr/>
          </p:nvSpPr>
          <p:spPr>
            <a:xfrm>
              <a:off x="7321725" y="234451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42"/>
            <p:cNvSpPr/>
            <p:nvPr/>
          </p:nvSpPr>
          <p:spPr>
            <a:xfrm>
              <a:off x="8496350" y="273963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42"/>
            <p:cNvSpPr/>
            <p:nvPr/>
          </p:nvSpPr>
          <p:spPr>
            <a:xfrm>
              <a:off x="7876975" y="-582049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1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3" name="Google Shape;443;p44"/>
          <p:cNvGrpSpPr/>
          <p:nvPr/>
        </p:nvGrpSpPr>
        <p:grpSpPr>
          <a:xfrm flipH="1" rot="10800000">
            <a:off x="7928275" y="-480651"/>
            <a:ext cx="1171750" cy="4467462"/>
            <a:chOff x="7928275" y="1119549"/>
            <a:chExt cx="1171750" cy="4467463"/>
          </a:xfrm>
        </p:grpSpPr>
        <p:grpSp>
          <p:nvGrpSpPr>
            <p:cNvPr id="444" name="Google Shape;444;p44"/>
            <p:cNvGrpSpPr/>
            <p:nvPr/>
          </p:nvGrpSpPr>
          <p:grpSpPr>
            <a:xfrm>
              <a:off x="7928275" y="2473799"/>
              <a:ext cx="1171750" cy="3113213"/>
              <a:chOff x="7321725" y="-1901062"/>
              <a:chExt cx="1171750" cy="3113213"/>
            </a:xfrm>
          </p:grpSpPr>
          <p:sp>
            <p:nvSpPr>
              <p:cNvPr id="445" name="Google Shape;445;p44"/>
              <p:cNvSpPr/>
              <p:nvPr/>
            </p:nvSpPr>
            <p:spPr>
              <a:xfrm>
                <a:off x="7321725" y="234451"/>
                <a:ext cx="616500" cy="9777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6" name="Google Shape;446;p44"/>
              <p:cNvSpPr/>
              <p:nvPr/>
            </p:nvSpPr>
            <p:spPr>
              <a:xfrm>
                <a:off x="7876963" y="-1901062"/>
                <a:ext cx="616500" cy="9777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7" name="Google Shape;447;p44"/>
              <p:cNvSpPr/>
              <p:nvPr/>
            </p:nvSpPr>
            <p:spPr>
              <a:xfrm>
                <a:off x="7876975" y="-582049"/>
                <a:ext cx="616500" cy="9777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8" name="Google Shape;448;p44"/>
            <p:cNvSpPr/>
            <p:nvPr/>
          </p:nvSpPr>
          <p:spPr>
            <a:xfrm>
              <a:off x="8483513" y="1119549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" name="Google Shape;450;p45"/>
          <p:cNvGrpSpPr/>
          <p:nvPr/>
        </p:nvGrpSpPr>
        <p:grpSpPr>
          <a:xfrm flipH="1">
            <a:off x="79675" y="1119549"/>
            <a:ext cx="1171750" cy="4467463"/>
            <a:chOff x="7928275" y="1119549"/>
            <a:chExt cx="1171750" cy="4467463"/>
          </a:xfrm>
        </p:grpSpPr>
        <p:grpSp>
          <p:nvGrpSpPr>
            <p:cNvPr id="451" name="Google Shape;451;p45"/>
            <p:cNvGrpSpPr/>
            <p:nvPr/>
          </p:nvGrpSpPr>
          <p:grpSpPr>
            <a:xfrm>
              <a:off x="7928275" y="2473799"/>
              <a:ext cx="1171750" cy="3113213"/>
              <a:chOff x="7321725" y="-1901062"/>
              <a:chExt cx="1171750" cy="3113213"/>
            </a:xfrm>
          </p:grpSpPr>
          <p:sp>
            <p:nvSpPr>
              <p:cNvPr id="452" name="Google Shape;452;p45"/>
              <p:cNvSpPr/>
              <p:nvPr/>
            </p:nvSpPr>
            <p:spPr>
              <a:xfrm>
                <a:off x="7321725" y="234451"/>
                <a:ext cx="616500" cy="9777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3" name="Google Shape;453;p45"/>
              <p:cNvSpPr/>
              <p:nvPr/>
            </p:nvSpPr>
            <p:spPr>
              <a:xfrm>
                <a:off x="7876963" y="-1901062"/>
                <a:ext cx="616500" cy="9777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" name="Google Shape;454;p45"/>
              <p:cNvSpPr/>
              <p:nvPr/>
            </p:nvSpPr>
            <p:spPr>
              <a:xfrm>
                <a:off x="7876975" y="-582049"/>
                <a:ext cx="616500" cy="977700"/>
              </a:xfrm>
              <a:prstGeom prst="diamond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rotWithShape="0" algn="bl" dir="5400000" dist="19050">
                  <a:srgbClr val="000000">
                    <a:alpha val="50196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5" name="Google Shape;455;p45"/>
            <p:cNvSpPr/>
            <p:nvPr/>
          </p:nvSpPr>
          <p:spPr>
            <a:xfrm>
              <a:off x="8483513" y="1119549"/>
              <a:ext cx="616500" cy="977700"/>
            </a:xfrm>
            <a:prstGeom prst="diamond">
              <a:avLst/>
            </a:prstGeom>
            <a:solidFill>
              <a:schemeClr val="lt2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50196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theme" Target="../theme/theme3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713225" y="54685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b="0" i="0" sz="3500" u="none" cap="none" strike="noStrik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b="0" i="0" sz="3500" u="none" cap="none" strike="noStrik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b="0" i="0" sz="3500" u="none" cap="none" strike="noStrik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b="0" i="0" sz="3500" u="none" cap="none" strike="noStrik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b="0" i="0" sz="3500" u="none" cap="none" strike="noStrik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b="0" i="0" sz="3500" u="none" cap="none" strike="noStrik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b="0" i="0" sz="3500" u="none" cap="none" strike="noStrik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b="0" i="0" sz="3500" u="none" cap="none" strike="noStrik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Display"/>
              <a:buNone/>
              <a:defRPr b="0" i="0" sz="3500" u="none" cap="none" strike="noStrike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■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○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ssistant"/>
              <a:buChar char="■"/>
              <a:defRPr b="0" i="0" sz="1400" u="none" cap="none" strike="noStrik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6"/>
          <p:cNvSpPr txBox="1"/>
          <p:nvPr>
            <p:ph type="ctrTitle"/>
          </p:nvPr>
        </p:nvSpPr>
        <p:spPr>
          <a:xfrm>
            <a:off x="1842618" y="1052538"/>
            <a:ext cx="5540100" cy="21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100"/>
              <a:buNone/>
            </a:pPr>
            <a:r>
              <a:rPr lang="en" sz="6400"/>
              <a:t>Audio Emotion Classifier</a:t>
            </a:r>
            <a:endParaRPr i="1" sz="4700"/>
          </a:p>
        </p:txBody>
      </p:sp>
      <p:sp>
        <p:nvSpPr>
          <p:cNvPr id="461" name="Google Shape;461;p46"/>
          <p:cNvSpPr txBox="1"/>
          <p:nvPr>
            <p:ph idx="1" type="subTitle"/>
          </p:nvPr>
        </p:nvSpPr>
        <p:spPr>
          <a:xfrm>
            <a:off x="1983975" y="3486000"/>
            <a:ext cx="4387500" cy="5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i="1" lang="en" sz="2000"/>
              <a:t>Xiangzhi Chen (Theon)</a:t>
            </a:r>
            <a:endParaRPr i="1" sz="2000"/>
          </a:p>
        </p:txBody>
      </p:sp>
      <p:cxnSp>
        <p:nvCxnSpPr>
          <p:cNvPr id="462" name="Google Shape;462;p46"/>
          <p:cNvCxnSpPr/>
          <p:nvPr/>
        </p:nvCxnSpPr>
        <p:spPr>
          <a:xfrm>
            <a:off x="1842618" y="3352063"/>
            <a:ext cx="5370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463" name="Google Shape;463;p46"/>
          <p:cNvSpPr/>
          <p:nvPr/>
        </p:nvSpPr>
        <p:spPr>
          <a:xfrm>
            <a:off x="-393525" y="2026606"/>
            <a:ext cx="616500" cy="977700"/>
          </a:xfrm>
          <a:prstGeom prst="diamond">
            <a:avLst/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46"/>
          <p:cNvSpPr/>
          <p:nvPr/>
        </p:nvSpPr>
        <p:spPr>
          <a:xfrm>
            <a:off x="161725" y="2720123"/>
            <a:ext cx="616500" cy="977700"/>
          </a:xfrm>
          <a:prstGeom prst="diamond">
            <a:avLst/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46"/>
          <p:cNvSpPr/>
          <p:nvPr/>
        </p:nvSpPr>
        <p:spPr>
          <a:xfrm>
            <a:off x="673475" y="3486012"/>
            <a:ext cx="616500" cy="977700"/>
          </a:xfrm>
          <a:prstGeom prst="diamond">
            <a:avLst/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46"/>
          <p:cNvSpPr/>
          <p:nvPr/>
        </p:nvSpPr>
        <p:spPr>
          <a:xfrm>
            <a:off x="-393525" y="3525536"/>
            <a:ext cx="616500" cy="977700"/>
          </a:xfrm>
          <a:prstGeom prst="diamond">
            <a:avLst/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46"/>
          <p:cNvSpPr/>
          <p:nvPr/>
        </p:nvSpPr>
        <p:spPr>
          <a:xfrm>
            <a:off x="161725" y="4224596"/>
            <a:ext cx="616500" cy="977700"/>
          </a:xfrm>
          <a:prstGeom prst="diamond">
            <a:avLst/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46"/>
          <p:cNvSpPr/>
          <p:nvPr/>
        </p:nvSpPr>
        <p:spPr>
          <a:xfrm>
            <a:off x="161725" y="1215649"/>
            <a:ext cx="616500" cy="977700"/>
          </a:xfrm>
          <a:prstGeom prst="diamond">
            <a:avLst/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46"/>
          <p:cNvSpPr/>
          <p:nvPr/>
        </p:nvSpPr>
        <p:spPr>
          <a:xfrm>
            <a:off x="778225" y="2026600"/>
            <a:ext cx="616500" cy="977700"/>
          </a:xfrm>
          <a:prstGeom prst="diamond">
            <a:avLst/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46"/>
          <p:cNvSpPr/>
          <p:nvPr/>
        </p:nvSpPr>
        <p:spPr>
          <a:xfrm>
            <a:off x="-393525" y="527676"/>
            <a:ext cx="616500" cy="977700"/>
          </a:xfrm>
          <a:prstGeom prst="diamond">
            <a:avLst/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46"/>
          <p:cNvSpPr/>
          <p:nvPr/>
        </p:nvSpPr>
        <p:spPr>
          <a:xfrm>
            <a:off x="781100" y="567188"/>
            <a:ext cx="616500" cy="977700"/>
          </a:xfrm>
          <a:prstGeom prst="diamond">
            <a:avLst/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46"/>
          <p:cNvSpPr/>
          <p:nvPr/>
        </p:nvSpPr>
        <p:spPr>
          <a:xfrm>
            <a:off x="161725" y="-288824"/>
            <a:ext cx="616500" cy="977700"/>
          </a:xfrm>
          <a:prstGeom prst="diamond">
            <a:avLst/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7"/>
          <p:cNvSpPr/>
          <p:nvPr/>
        </p:nvSpPr>
        <p:spPr>
          <a:xfrm>
            <a:off x="834025" y="630214"/>
            <a:ext cx="1223400" cy="1939800"/>
          </a:xfrm>
          <a:prstGeom prst="diamond">
            <a:avLst/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47"/>
          <p:cNvSpPr txBox="1"/>
          <p:nvPr>
            <p:ph type="title"/>
          </p:nvPr>
        </p:nvSpPr>
        <p:spPr>
          <a:xfrm>
            <a:off x="3120850" y="1723648"/>
            <a:ext cx="4798800" cy="107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6400"/>
              <a:t>Intro</a:t>
            </a:r>
            <a:endParaRPr sz="6400"/>
          </a:p>
        </p:txBody>
      </p:sp>
      <p:sp>
        <p:nvSpPr>
          <p:cNvPr id="479" name="Google Shape;479;p47"/>
          <p:cNvSpPr txBox="1"/>
          <p:nvPr>
            <p:ph idx="2" type="title"/>
          </p:nvPr>
        </p:nvSpPr>
        <p:spPr>
          <a:xfrm>
            <a:off x="800875" y="1063864"/>
            <a:ext cx="1289700" cy="10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480" name="Google Shape;480;p47"/>
          <p:cNvCxnSpPr/>
          <p:nvPr/>
        </p:nvCxnSpPr>
        <p:spPr>
          <a:xfrm>
            <a:off x="3221525" y="2796150"/>
            <a:ext cx="4779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diamond"/>
            <a:tailEnd len="med" w="med" type="diamon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8"/>
          <p:cNvSpPr txBox="1"/>
          <p:nvPr>
            <p:ph type="title"/>
          </p:nvPr>
        </p:nvSpPr>
        <p:spPr>
          <a:xfrm>
            <a:off x="713225" y="54685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Why Emotion in Speech Matters</a:t>
            </a:r>
            <a:endParaRPr/>
          </a:p>
        </p:txBody>
      </p:sp>
      <p:sp>
        <p:nvSpPr>
          <p:cNvPr id="486" name="Google Shape;486;p48"/>
          <p:cNvSpPr txBox="1"/>
          <p:nvPr>
            <p:ph idx="1" type="subTitle"/>
          </p:nvPr>
        </p:nvSpPr>
        <p:spPr>
          <a:xfrm>
            <a:off x="713225" y="1566100"/>
            <a:ext cx="7717500" cy="29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Humans communicate emotion through voice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Current AI understands what we say, not how we feel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ability to automatically recognize emotions has become increasingly important: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human-computer interaction (</a:t>
            </a:r>
            <a:r>
              <a:rPr lang="en" sz="2000"/>
              <a:t>AI companionship</a:t>
            </a:r>
            <a:r>
              <a:rPr lang="en" sz="2000"/>
              <a:t>)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virtual assistants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mental health assessment</a:t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"/>
          <p:cNvSpPr txBox="1"/>
          <p:nvPr>
            <p:ph type="title"/>
          </p:nvPr>
        </p:nvSpPr>
        <p:spPr>
          <a:xfrm>
            <a:off x="713225" y="54685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Challenge of Emotion Recognition</a:t>
            </a:r>
            <a:endParaRPr/>
          </a:p>
        </p:txBody>
      </p:sp>
      <p:sp>
        <p:nvSpPr>
          <p:cNvPr id="492" name="Google Shape;492;p49"/>
          <p:cNvSpPr txBox="1"/>
          <p:nvPr>
            <p:ph idx="1" type="subTitle"/>
          </p:nvPr>
        </p:nvSpPr>
        <p:spPr>
          <a:xfrm>
            <a:off x="589725" y="1566100"/>
            <a:ext cx="8142900" cy="29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Speech varies by: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Speaker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Language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Recording conditions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Models trained on one dataset may not perform well in real-world data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👉 Generalization is the main problem.</a:t>
            </a:r>
            <a:endParaRPr b="1"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50"/>
          <p:cNvSpPr txBox="1"/>
          <p:nvPr>
            <p:ph type="title"/>
          </p:nvPr>
        </p:nvSpPr>
        <p:spPr>
          <a:xfrm>
            <a:off x="713225" y="54685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Research Objective</a:t>
            </a:r>
            <a:endParaRPr/>
          </a:p>
        </p:txBody>
      </p:sp>
      <p:sp>
        <p:nvSpPr>
          <p:cNvPr id="498" name="Google Shape;498;p50"/>
          <p:cNvSpPr txBox="1"/>
          <p:nvPr>
            <p:ph idx="1" type="subTitle"/>
          </p:nvPr>
        </p:nvSpPr>
        <p:spPr>
          <a:xfrm>
            <a:off x="713225" y="1566100"/>
            <a:ext cx="7785000" cy="29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★"/>
            </a:pPr>
            <a:r>
              <a:rPr lang="en" sz="2400"/>
              <a:t>The </a:t>
            </a:r>
            <a:r>
              <a:rPr b="1" lang="en" sz="2400"/>
              <a:t>goal</a:t>
            </a:r>
            <a:r>
              <a:rPr lang="en" sz="2400"/>
              <a:t>: to test whether a single model can learn general emotional patterns across diverse data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★"/>
            </a:pPr>
            <a:r>
              <a:rPr lang="en" sz="2400"/>
              <a:t>Approach:</a:t>
            </a:r>
            <a:endParaRPr sz="2400"/>
          </a:p>
          <a:p>
            <a:pPr indent="-3810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Combine multiple datasets</a:t>
            </a:r>
            <a:endParaRPr sz="2400"/>
          </a:p>
          <a:p>
            <a:pPr indent="-381000" lvl="1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 sz="2400"/>
              <a:t>Employ a hybrid deep learning model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51"/>
          <p:cNvSpPr/>
          <p:nvPr/>
        </p:nvSpPr>
        <p:spPr>
          <a:xfrm>
            <a:off x="834025" y="630214"/>
            <a:ext cx="1223400" cy="1939800"/>
          </a:xfrm>
          <a:prstGeom prst="diamond">
            <a:avLst/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51"/>
          <p:cNvSpPr txBox="1"/>
          <p:nvPr>
            <p:ph type="title"/>
          </p:nvPr>
        </p:nvSpPr>
        <p:spPr>
          <a:xfrm>
            <a:off x="3120850" y="1723648"/>
            <a:ext cx="4798800" cy="107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6400"/>
              <a:t>Dataset</a:t>
            </a:r>
            <a:endParaRPr sz="6400"/>
          </a:p>
        </p:txBody>
      </p:sp>
      <p:sp>
        <p:nvSpPr>
          <p:cNvPr id="505" name="Google Shape;505;p51"/>
          <p:cNvSpPr txBox="1"/>
          <p:nvPr>
            <p:ph idx="2" type="title"/>
          </p:nvPr>
        </p:nvSpPr>
        <p:spPr>
          <a:xfrm>
            <a:off x="800875" y="1063864"/>
            <a:ext cx="1289700" cy="10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506" name="Google Shape;506;p51"/>
          <p:cNvCxnSpPr/>
          <p:nvPr/>
        </p:nvCxnSpPr>
        <p:spPr>
          <a:xfrm>
            <a:off x="3221525" y="2796150"/>
            <a:ext cx="4779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diamond"/>
            <a:tailEnd len="med" w="med" type="diamon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52"/>
          <p:cNvSpPr txBox="1"/>
          <p:nvPr>
            <p:ph type="title"/>
          </p:nvPr>
        </p:nvSpPr>
        <p:spPr>
          <a:xfrm>
            <a:off x="713225" y="54685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Multi-Dataset</a:t>
            </a:r>
            <a:endParaRPr/>
          </a:p>
        </p:txBody>
      </p:sp>
      <p:sp>
        <p:nvSpPr>
          <p:cNvPr id="512" name="Google Shape;512;p52"/>
          <p:cNvSpPr txBox="1"/>
          <p:nvPr>
            <p:ph idx="1" type="subTitle"/>
          </p:nvPr>
        </p:nvSpPr>
        <p:spPr>
          <a:xfrm>
            <a:off x="713225" y="1402075"/>
            <a:ext cx="7867200" cy="3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6 emotions: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Angry, Disgust, Fear, Happy, Neutral, Sad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10</a:t>
            </a:r>
            <a:r>
              <a:rPr lang="en" sz="2000"/>
              <a:t>,</a:t>
            </a:r>
            <a:r>
              <a:rPr lang="en" sz="2000"/>
              <a:t>000+ audio samples from 9 datasets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Public datasets: RAVDESS, CREMA-D, EmoDB, ShEMO…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Self-collected: Friends, iPartment(Chinese TV series)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" sz="2000"/>
              <a:t>By combining datasets, I am trying to simulate more realistic conditions and test how well the model generalizes </a:t>
            </a:r>
            <a:endParaRPr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53"/>
          <p:cNvSpPr/>
          <p:nvPr/>
        </p:nvSpPr>
        <p:spPr>
          <a:xfrm>
            <a:off x="834025" y="630214"/>
            <a:ext cx="1223400" cy="1939800"/>
          </a:xfrm>
          <a:prstGeom prst="diamond">
            <a:avLst/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53"/>
          <p:cNvSpPr txBox="1"/>
          <p:nvPr>
            <p:ph type="title"/>
          </p:nvPr>
        </p:nvSpPr>
        <p:spPr>
          <a:xfrm>
            <a:off x="2499500" y="1723650"/>
            <a:ext cx="5420100" cy="107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6400"/>
              <a:t>Preprocessing</a:t>
            </a:r>
            <a:endParaRPr sz="6400"/>
          </a:p>
        </p:txBody>
      </p:sp>
      <p:sp>
        <p:nvSpPr>
          <p:cNvPr id="519" name="Google Shape;519;p53"/>
          <p:cNvSpPr txBox="1"/>
          <p:nvPr>
            <p:ph idx="2" type="title"/>
          </p:nvPr>
        </p:nvSpPr>
        <p:spPr>
          <a:xfrm>
            <a:off x="800875" y="1063864"/>
            <a:ext cx="1289700" cy="10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520" name="Google Shape;520;p53"/>
          <p:cNvCxnSpPr/>
          <p:nvPr/>
        </p:nvCxnSpPr>
        <p:spPr>
          <a:xfrm>
            <a:off x="2548693" y="2796138"/>
            <a:ext cx="5370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diamond"/>
            <a:tailEnd len="med" w="med" type="diamon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4"/>
          <p:cNvSpPr txBox="1"/>
          <p:nvPr>
            <p:ph type="title"/>
          </p:nvPr>
        </p:nvSpPr>
        <p:spPr>
          <a:xfrm>
            <a:off x="713225" y="54685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Preprocessing Pipeline</a:t>
            </a:r>
            <a:endParaRPr/>
          </a:p>
        </p:txBody>
      </p:sp>
      <p:sp>
        <p:nvSpPr>
          <p:cNvPr id="526" name="Google Shape;526;p54"/>
          <p:cNvSpPr txBox="1"/>
          <p:nvPr>
            <p:ph idx="1" type="subTitle"/>
          </p:nvPr>
        </p:nvSpPr>
        <p:spPr>
          <a:xfrm>
            <a:off x="713225" y="1402075"/>
            <a:ext cx="8066400" cy="33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From Audio → Model Input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Steps: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Resample to 22,050 Hz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Trim silence                                         </a:t>
            </a:r>
            <a:r>
              <a:rPr lang="en" sz="2000"/>
              <a:t>Convert to Mel-spectrogram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Fixed length (8 sec)</a:t>
            </a:r>
            <a:endParaRPr sz="2000"/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Data Augmentation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Time masking + Frequency masking (randomly hide parts of the spectrogram )</a:t>
            </a:r>
            <a:endParaRPr sz="2000"/>
          </a:p>
        </p:txBody>
      </p:sp>
      <p:sp>
        <p:nvSpPr>
          <p:cNvPr id="527" name="Google Shape;527;p54"/>
          <p:cNvSpPr/>
          <p:nvPr/>
        </p:nvSpPr>
        <p:spPr>
          <a:xfrm>
            <a:off x="4511975" y="2421375"/>
            <a:ext cx="269700" cy="572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55"/>
          <p:cNvSpPr/>
          <p:nvPr/>
        </p:nvSpPr>
        <p:spPr>
          <a:xfrm>
            <a:off x="834025" y="630214"/>
            <a:ext cx="1223400" cy="1939800"/>
          </a:xfrm>
          <a:prstGeom prst="diamond">
            <a:avLst/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55"/>
          <p:cNvSpPr txBox="1"/>
          <p:nvPr>
            <p:ph type="title"/>
          </p:nvPr>
        </p:nvSpPr>
        <p:spPr>
          <a:xfrm>
            <a:off x="3120850" y="1723648"/>
            <a:ext cx="4798800" cy="107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6400"/>
              <a:t>Model</a:t>
            </a:r>
            <a:endParaRPr sz="6400"/>
          </a:p>
        </p:txBody>
      </p:sp>
      <p:sp>
        <p:nvSpPr>
          <p:cNvPr id="534" name="Google Shape;534;p55"/>
          <p:cNvSpPr txBox="1"/>
          <p:nvPr>
            <p:ph idx="2" type="title"/>
          </p:nvPr>
        </p:nvSpPr>
        <p:spPr>
          <a:xfrm>
            <a:off x="800875" y="1063864"/>
            <a:ext cx="1289700" cy="10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04</a:t>
            </a:r>
            <a:endParaRPr/>
          </a:p>
        </p:txBody>
      </p:sp>
      <p:cxnSp>
        <p:nvCxnSpPr>
          <p:cNvPr id="535" name="Google Shape;535;p55"/>
          <p:cNvCxnSpPr/>
          <p:nvPr/>
        </p:nvCxnSpPr>
        <p:spPr>
          <a:xfrm>
            <a:off x="3221525" y="2796150"/>
            <a:ext cx="4779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diamond"/>
            <a:tailEnd len="med" w="med" type="diamon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6"/>
          <p:cNvSpPr txBox="1"/>
          <p:nvPr>
            <p:ph type="title"/>
          </p:nvPr>
        </p:nvSpPr>
        <p:spPr>
          <a:xfrm>
            <a:off x="713225" y="54685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Arial"/>
              <a:buNone/>
            </a:pPr>
            <a:r>
              <a:rPr lang="en"/>
              <a:t>Model Architecture</a:t>
            </a:r>
            <a:endParaRPr/>
          </a:p>
        </p:txBody>
      </p:sp>
      <p:sp>
        <p:nvSpPr>
          <p:cNvPr id="541" name="Google Shape;541;p56"/>
          <p:cNvSpPr txBox="1"/>
          <p:nvPr>
            <p:ph idx="1" type="subTitle"/>
          </p:nvPr>
        </p:nvSpPr>
        <p:spPr>
          <a:xfrm>
            <a:off x="3495300" y="1601250"/>
            <a:ext cx="5648700" cy="31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Hybrid CNN–Transformer Model</a:t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Pipeline: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CNN → extracts local features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Transformer → capture time relationships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Attention → focus on important parts</a:t>
            </a:r>
            <a:endParaRPr sz="2000"/>
          </a:p>
        </p:txBody>
      </p:sp>
      <p:sp>
        <p:nvSpPr>
          <p:cNvPr id="542" name="Google Shape;542;p56"/>
          <p:cNvSpPr txBox="1"/>
          <p:nvPr>
            <p:ph idx="1" type="subTitle"/>
          </p:nvPr>
        </p:nvSpPr>
        <p:spPr>
          <a:xfrm>
            <a:off x="437400" y="1378625"/>
            <a:ext cx="3057900" cy="3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</a:rPr>
              <a:t>Mel-Spectrogram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</a:rPr>
              <a:t>↓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</a:rPr>
              <a:t>ConvNeXt CNN Backbone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</a:rPr>
              <a:t>↓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</a:rPr>
              <a:t>Transformer Encoder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</a:rPr>
              <a:t>↓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</a:rPr>
              <a:t>Attention Pooling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</a:rPr>
              <a:t>↓</a:t>
            </a:r>
            <a:endParaRPr b="1" sz="2000">
              <a:solidFill>
                <a:schemeClr val="accent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accent1"/>
                </a:solidFill>
              </a:rPr>
              <a:t>Emotion Prediction</a:t>
            </a:r>
            <a:endParaRPr b="1" sz="20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7"/>
          <p:cNvSpPr txBox="1"/>
          <p:nvPr>
            <p:ph type="title"/>
          </p:nvPr>
        </p:nvSpPr>
        <p:spPr>
          <a:xfrm>
            <a:off x="713225" y="54685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For ConvNeXt…</a:t>
            </a:r>
            <a:endParaRPr/>
          </a:p>
        </p:txBody>
      </p:sp>
      <p:sp>
        <p:nvSpPr>
          <p:cNvPr id="548" name="Google Shape;548;p57"/>
          <p:cNvSpPr txBox="1"/>
          <p:nvPr>
            <p:ph idx="1" type="subTitle"/>
          </p:nvPr>
        </p:nvSpPr>
        <p:spPr>
          <a:xfrm>
            <a:off x="542150" y="1331775"/>
            <a:ext cx="6189000" cy="3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Outside ConvNeXt blocks: 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 stem convolution layer that increases the channel dimension to 32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Inside: 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 depthwise convolution (kernel 7×7) to process channels independently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 normalization layer to stabilize feature distributions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 pointwise convolution-based MLP that expands and </a:t>
            </a:r>
            <a:r>
              <a:rPr lang="en" sz="1800"/>
              <a:t>then </a:t>
            </a:r>
            <a:r>
              <a:rPr lang="en" sz="1800"/>
              <a:t>compresses channel dimensions</a:t>
            </a:r>
            <a:endParaRPr sz="1800"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A residual connection to facilitate gradient flow</a:t>
            </a:r>
            <a:endParaRPr sz="1800"/>
          </a:p>
        </p:txBody>
      </p:sp>
      <p:pic>
        <p:nvPicPr>
          <p:cNvPr id="549" name="Google Shape;54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09675" y="1251140"/>
            <a:ext cx="1906225" cy="33924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8"/>
          <p:cNvSpPr txBox="1"/>
          <p:nvPr>
            <p:ph type="title"/>
          </p:nvPr>
        </p:nvSpPr>
        <p:spPr>
          <a:xfrm>
            <a:off x="713225" y="54685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For Transformer + Attention…</a:t>
            </a:r>
            <a:endParaRPr/>
          </a:p>
        </p:txBody>
      </p:sp>
      <p:sp>
        <p:nvSpPr>
          <p:cNvPr id="555" name="Google Shape;555;p58"/>
          <p:cNvSpPr txBox="1"/>
          <p:nvPr>
            <p:ph idx="1" type="subTitle"/>
          </p:nvPr>
        </p:nvSpPr>
        <p:spPr>
          <a:xfrm>
            <a:off x="713225" y="1331775"/>
            <a:ext cx="7982400" cy="3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Transformer</a:t>
            </a:r>
            <a:r>
              <a:rPr lang="en" sz="2000"/>
              <a:t>: 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Transformer encoder composed of two layers with multi-head self-attention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Capture long-range dependencies and contextual relationships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Attention-based pooling: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Learns weights over time steps, allowing the model to focus on the most emotionally informative parts of the speech signal</a:t>
            </a:r>
            <a:endParaRPr sz="2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9"/>
          <p:cNvSpPr/>
          <p:nvPr/>
        </p:nvSpPr>
        <p:spPr>
          <a:xfrm>
            <a:off x="834025" y="630214"/>
            <a:ext cx="1223400" cy="1939800"/>
          </a:xfrm>
          <a:prstGeom prst="diamond">
            <a:avLst/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59"/>
          <p:cNvSpPr txBox="1"/>
          <p:nvPr>
            <p:ph type="title"/>
          </p:nvPr>
        </p:nvSpPr>
        <p:spPr>
          <a:xfrm>
            <a:off x="3120850" y="1723648"/>
            <a:ext cx="4798800" cy="107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6400"/>
              <a:t>Result</a:t>
            </a:r>
            <a:endParaRPr sz="6400"/>
          </a:p>
        </p:txBody>
      </p:sp>
      <p:sp>
        <p:nvSpPr>
          <p:cNvPr id="562" name="Google Shape;562;p59"/>
          <p:cNvSpPr txBox="1"/>
          <p:nvPr>
            <p:ph idx="2" type="title"/>
          </p:nvPr>
        </p:nvSpPr>
        <p:spPr>
          <a:xfrm>
            <a:off x="800875" y="1063864"/>
            <a:ext cx="1289700" cy="10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05</a:t>
            </a:r>
            <a:endParaRPr/>
          </a:p>
        </p:txBody>
      </p:sp>
      <p:cxnSp>
        <p:nvCxnSpPr>
          <p:cNvPr id="563" name="Google Shape;563;p59"/>
          <p:cNvCxnSpPr/>
          <p:nvPr/>
        </p:nvCxnSpPr>
        <p:spPr>
          <a:xfrm>
            <a:off x="3221525" y="2796150"/>
            <a:ext cx="4779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diamond"/>
            <a:tailEnd len="med" w="med" type="diamon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60"/>
          <p:cNvSpPr txBox="1"/>
          <p:nvPr>
            <p:ph type="title"/>
          </p:nvPr>
        </p:nvSpPr>
        <p:spPr>
          <a:xfrm>
            <a:off x="713225" y="54685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Performance Summary</a:t>
            </a:r>
            <a:endParaRPr/>
          </a:p>
        </p:txBody>
      </p:sp>
      <p:sp>
        <p:nvSpPr>
          <p:cNvPr id="569" name="Google Shape;569;p60"/>
          <p:cNvSpPr txBox="1"/>
          <p:nvPr>
            <p:ph idx="1" type="subTitle"/>
          </p:nvPr>
        </p:nvSpPr>
        <p:spPr>
          <a:xfrm>
            <a:off x="531600" y="1331775"/>
            <a:ext cx="77175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Test Accuracy: </a:t>
            </a:r>
            <a:r>
              <a:rPr b="1" lang="en" sz="2000"/>
              <a:t>71%</a:t>
            </a:r>
            <a:endParaRPr b="1" sz="2000"/>
          </a:p>
        </p:txBody>
      </p:sp>
      <p:graphicFrame>
        <p:nvGraphicFramePr>
          <p:cNvPr id="570" name="Google Shape;570;p60"/>
          <p:cNvGraphicFramePr/>
          <p:nvPr/>
        </p:nvGraphicFramePr>
        <p:xfrm>
          <a:off x="1409775" y="2046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{9C85EBD3-DA58-4F9F-8B02-1B75714766D6}</a:tableStyleId>
              </a:tblPr>
              <a:tblGrid>
                <a:gridCol w="1192225"/>
                <a:gridCol w="1192225"/>
                <a:gridCol w="1192225"/>
                <a:gridCol w="1192225"/>
                <a:gridCol w="1192225"/>
              </a:tblGrid>
              <a:tr h="397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accen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Emotion</a:t>
                      </a:r>
                      <a:endParaRPr b="1" sz="1500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accen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Precision</a:t>
                      </a:r>
                      <a:endParaRPr b="1" sz="1500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accen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Recall</a:t>
                      </a:r>
                      <a:endParaRPr b="1" sz="1500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accen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F1-score</a:t>
                      </a:r>
                      <a:endParaRPr b="1" sz="1500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accen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Support</a:t>
                      </a:r>
                      <a:endParaRPr b="1" sz="1500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</a:tr>
              <a:tr h="397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accen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Angry</a:t>
                      </a:r>
                      <a:endParaRPr b="1" sz="1500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accen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0.75</a:t>
                      </a:r>
                      <a:endParaRPr b="1" sz="1500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accen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0.89</a:t>
                      </a:r>
                      <a:endParaRPr b="1" sz="1500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FF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0.81</a:t>
                      </a:r>
                      <a:endParaRPr b="1" sz="1500">
                        <a:solidFill>
                          <a:srgbClr val="00FF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accen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298</a:t>
                      </a:r>
                      <a:endParaRPr b="1" sz="1500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</a:tr>
              <a:tr h="397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accen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Disgust</a:t>
                      </a:r>
                      <a:endParaRPr b="1" sz="1500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accen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0.62</a:t>
                      </a:r>
                      <a:endParaRPr b="1" sz="1500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accen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0.79</a:t>
                      </a:r>
                      <a:endParaRPr b="1" sz="1500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accen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0.69</a:t>
                      </a:r>
                      <a:endParaRPr b="1" sz="1500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accen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229</a:t>
                      </a:r>
                      <a:endParaRPr b="1" sz="1500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</a:tr>
              <a:tr h="397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accen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Fear</a:t>
                      </a:r>
                      <a:endParaRPr b="1" sz="1500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accen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0.63</a:t>
                      </a:r>
                      <a:endParaRPr b="1" sz="1500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accen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0.73</a:t>
                      </a:r>
                      <a:endParaRPr b="1" sz="1500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accen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0.67</a:t>
                      </a:r>
                      <a:endParaRPr b="1" sz="1500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accen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238</a:t>
                      </a:r>
                      <a:endParaRPr b="1" sz="1500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</a:tr>
              <a:tr h="397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accen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Happy</a:t>
                      </a:r>
                      <a:endParaRPr b="1" sz="1500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accen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0.78</a:t>
                      </a:r>
                      <a:endParaRPr b="1" sz="1500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accen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0.44</a:t>
                      </a:r>
                      <a:endParaRPr b="1" sz="1500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FF00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0.56</a:t>
                      </a:r>
                      <a:endParaRPr b="1" sz="1500">
                        <a:solidFill>
                          <a:srgbClr val="FF00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accen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233</a:t>
                      </a:r>
                      <a:endParaRPr b="1" sz="1500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</a:tr>
              <a:tr h="397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accen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Neutral</a:t>
                      </a:r>
                      <a:endParaRPr b="1" sz="1500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accen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0.75</a:t>
                      </a:r>
                      <a:endParaRPr b="1" sz="1500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accen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0.83</a:t>
                      </a:r>
                      <a:endParaRPr b="1" sz="1500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rgbClr val="00FF00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0.79</a:t>
                      </a:r>
                      <a:endParaRPr b="1" sz="1500">
                        <a:solidFill>
                          <a:srgbClr val="00FF00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accen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292</a:t>
                      </a:r>
                      <a:endParaRPr b="1" sz="1500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</a:tr>
              <a:tr h="3975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accen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Sad</a:t>
                      </a:r>
                      <a:endParaRPr b="1" sz="1500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accen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0.82</a:t>
                      </a:r>
                      <a:endParaRPr b="1" sz="1500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accen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0.50</a:t>
                      </a:r>
                      <a:endParaRPr b="1" sz="1500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accen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0.63</a:t>
                      </a:r>
                      <a:endParaRPr b="1" sz="1500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solidFill>
                            <a:schemeClr val="accent1"/>
                          </a:solidFill>
                          <a:latin typeface="Assistant"/>
                          <a:ea typeface="Assistant"/>
                          <a:cs typeface="Assistant"/>
                          <a:sym typeface="Assistant"/>
                        </a:rPr>
                        <a:t>242</a:t>
                      </a:r>
                      <a:endParaRPr b="1" sz="1500">
                        <a:solidFill>
                          <a:schemeClr val="accent1"/>
                        </a:solidFill>
                        <a:latin typeface="Assistant"/>
                        <a:ea typeface="Assistant"/>
                        <a:cs typeface="Assistant"/>
                        <a:sym typeface="Assistant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1"/>
          <p:cNvSpPr txBox="1"/>
          <p:nvPr>
            <p:ph type="title"/>
          </p:nvPr>
        </p:nvSpPr>
        <p:spPr>
          <a:xfrm>
            <a:off x="713225" y="54685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Emotion-Level Results</a:t>
            </a:r>
            <a:endParaRPr/>
          </a:p>
        </p:txBody>
      </p:sp>
      <p:sp>
        <p:nvSpPr>
          <p:cNvPr id="576" name="Google Shape;576;p61"/>
          <p:cNvSpPr txBox="1"/>
          <p:nvPr>
            <p:ph idx="1" type="subTitle"/>
          </p:nvPr>
        </p:nvSpPr>
        <p:spPr>
          <a:xfrm>
            <a:off x="4121375" y="1331775"/>
            <a:ext cx="4870200" cy="3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Strongest performance on angry and neutral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Disgust and fear share overlapping acoustic features, which </a:t>
            </a:r>
            <a:r>
              <a:rPr lang="en" sz="1800"/>
              <a:t>can cause</a:t>
            </a:r>
            <a:r>
              <a:rPr lang="en" sz="1800"/>
              <a:t> confusion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Lower performance is observed for sad and particularly happy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1"/>
                </a:solidFill>
              </a:rPr>
              <a:t>Model struggles with subtle or low-intensity emotions, where acoustic differences are less pronounced</a:t>
            </a:r>
            <a:endParaRPr sz="1800">
              <a:solidFill>
                <a:schemeClr val="accent1"/>
              </a:solidFill>
            </a:endParaRPr>
          </a:p>
        </p:txBody>
      </p:sp>
      <p:pic>
        <p:nvPicPr>
          <p:cNvPr id="577" name="Google Shape;57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000" y="1513225"/>
            <a:ext cx="3694375" cy="3098676"/>
          </a:xfrm>
          <a:prstGeom prst="rect">
            <a:avLst/>
          </a:prstGeom>
          <a:noFill/>
          <a:ln>
            <a:noFill/>
          </a:ln>
        </p:spPr>
      </p:pic>
      <p:sp>
        <p:nvSpPr>
          <p:cNvPr id="578" name="Google Shape;578;p61"/>
          <p:cNvSpPr/>
          <p:nvPr/>
        </p:nvSpPr>
        <p:spPr>
          <a:xfrm>
            <a:off x="6250175" y="3112150"/>
            <a:ext cx="612600" cy="3381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Assistant"/>
              <a:ea typeface="Assistant"/>
              <a:cs typeface="Assistant"/>
              <a:sym typeface="Assistan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62"/>
          <p:cNvSpPr txBox="1"/>
          <p:nvPr>
            <p:ph type="title"/>
          </p:nvPr>
        </p:nvSpPr>
        <p:spPr>
          <a:xfrm>
            <a:off x="713225" y="54685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Dataset-Level Results</a:t>
            </a:r>
            <a:endParaRPr/>
          </a:p>
        </p:txBody>
      </p:sp>
      <p:sp>
        <p:nvSpPr>
          <p:cNvPr id="584" name="Google Shape;584;p62"/>
          <p:cNvSpPr txBox="1"/>
          <p:nvPr>
            <p:ph idx="1" type="subTitle"/>
          </p:nvPr>
        </p:nvSpPr>
        <p:spPr>
          <a:xfrm>
            <a:off x="573850" y="1331775"/>
            <a:ext cx="8248800" cy="34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The model performs very well on clean, structured datasets like TESS and RAVDESS Song. But performance drops significantly on real-world datasets like Friends (33.3%)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EMOVO (50.0%) presented moderate difficulty, which </a:t>
            </a:r>
            <a:r>
              <a:rPr lang="en" sz="2000"/>
              <a:t>could be caused by differences in language (Italian) and less consistent intensity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" sz="2000"/>
              <a:t>The model performs best on clean and well-structured datasets. In contrast, performance degrades on datasets with greater variability, naturalistic speech, and less distinct emotional boundaries</a:t>
            </a:r>
            <a:endParaRPr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3"/>
          <p:cNvSpPr txBox="1"/>
          <p:nvPr>
            <p:ph type="title"/>
          </p:nvPr>
        </p:nvSpPr>
        <p:spPr>
          <a:xfrm>
            <a:off x="713225" y="54685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Overall</a:t>
            </a:r>
            <a:endParaRPr/>
          </a:p>
        </p:txBody>
      </p:sp>
      <p:sp>
        <p:nvSpPr>
          <p:cNvPr id="590" name="Google Shape;590;p63"/>
          <p:cNvSpPr txBox="1"/>
          <p:nvPr>
            <p:ph idx="1" type="subTitle"/>
          </p:nvPr>
        </p:nvSpPr>
        <p:spPr>
          <a:xfrm>
            <a:off x="573850" y="1453975"/>
            <a:ext cx="8037300" cy="3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Emotion recognition performance is not only emotion-dependent but also highly dataset-dependent </a:t>
            </a:r>
            <a:endParaRPr sz="20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Emotions with clear and strong acoustic signatures are more reliably classified, while those with subtle or overlapping characteristics remain challenging—especially in datasets with greater linguistic diversity or naturalistic recording conditions</a:t>
            </a: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64"/>
          <p:cNvSpPr/>
          <p:nvPr/>
        </p:nvSpPr>
        <p:spPr>
          <a:xfrm>
            <a:off x="834025" y="630214"/>
            <a:ext cx="1223400" cy="1939800"/>
          </a:xfrm>
          <a:prstGeom prst="diamond">
            <a:avLst/>
          </a:prstGeom>
          <a:solidFill>
            <a:schemeClr val="lt2"/>
          </a:solidFill>
          <a:ln>
            <a:noFill/>
          </a:ln>
          <a:effectLst>
            <a:outerShdw blurRad="57150" rotWithShape="0" algn="bl" dir="5400000" dist="19050">
              <a:srgbClr val="000000">
                <a:alpha val="5019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64"/>
          <p:cNvSpPr txBox="1"/>
          <p:nvPr>
            <p:ph type="title"/>
          </p:nvPr>
        </p:nvSpPr>
        <p:spPr>
          <a:xfrm>
            <a:off x="3120850" y="1723648"/>
            <a:ext cx="4798800" cy="107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6400"/>
              <a:t>Conclusion</a:t>
            </a:r>
            <a:endParaRPr sz="6400"/>
          </a:p>
        </p:txBody>
      </p:sp>
      <p:sp>
        <p:nvSpPr>
          <p:cNvPr id="597" name="Google Shape;597;p64"/>
          <p:cNvSpPr txBox="1"/>
          <p:nvPr>
            <p:ph idx="2" type="title"/>
          </p:nvPr>
        </p:nvSpPr>
        <p:spPr>
          <a:xfrm>
            <a:off x="800875" y="1063864"/>
            <a:ext cx="1289700" cy="107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/>
              <a:t>05</a:t>
            </a:r>
            <a:endParaRPr/>
          </a:p>
        </p:txBody>
      </p:sp>
      <p:cxnSp>
        <p:nvCxnSpPr>
          <p:cNvPr id="598" name="Google Shape;598;p64"/>
          <p:cNvCxnSpPr/>
          <p:nvPr/>
        </p:nvCxnSpPr>
        <p:spPr>
          <a:xfrm>
            <a:off x="3221525" y="2796150"/>
            <a:ext cx="4779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diamond"/>
            <a:tailEnd len="med" w="med" type="diamon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65"/>
          <p:cNvSpPr txBox="1"/>
          <p:nvPr>
            <p:ph type="title"/>
          </p:nvPr>
        </p:nvSpPr>
        <p:spPr>
          <a:xfrm>
            <a:off x="713225" y="54685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In Conclusion</a:t>
            </a:r>
            <a:endParaRPr/>
          </a:p>
        </p:txBody>
      </p:sp>
      <p:sp>
        <p:nvSpPr>
          <p:cNvPr id="604" name="Google Shape;604;p65"/>
          <p:cNvSpPr txBox="1"/>
          <p:nvPr>
            <p:ph idx="1" type="subTitle"/>
          </p:nvPr>
        </p:nvSpPr>
        <p:spPr>
          <a:xfrm>
            <a:off x="573850" y="1453975"/>
            <a:ext cx="8037300" cy="3346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29768" lvl="0" marL="42976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👉</a:t>
            </a:r>
            <a:r>
              <a:rPr lang="en" sz="2000"/>
              <a:t>It is possible to extract useful emotional representations from heterogeneous audio data</a:t>
            </a:r>
            <a:endParaRPr sz="2000"/>
          </a:p>
          <a:p>
            <a:pPr indent="-429768" lvl="0" marL="42976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👉</a:t>
            </a:r>
            <a:r>
              <a:rPr lang="en" sz="2000"/>
              <a:t>Emotions with clear acoustic patterns, such as anger and neutral, are more reliably recognized, while more subtle emotions like happiness and sadness remain difficult due to overlapping features</a:t>
            </a:r>
            <a:endParaRPr sz="2000"/>
          </a:p>
          <a:p>
            <a:pPr indent="-429768" lvl="0" marL="42976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👉</a:t>
            </a:r>
            <a:r>
              <a:rPr lang="en" sz="2000"/>
              <a:t>Dataset characteristics—such as recording quality, speaker diversity, and expression style—do have a significant impact on performance</a:t>
            </a:r>
            <a:endParaRPr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66"/>
          <p:cNvSpPr txBox="1"/>
          <p:nvPr>
            <p:ph type="title"/>
          </p:nvPr>
        </p:nvSpPr>
        <p:spPr>
          <a:xfrm>
            <a:off x="713225" y="54685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Limitations + Future Work</a:t>
            </a:r>
            <a:endParaRPr/>
          </a:p>
        </p:txBody>
      </p:sp>
      <p:sp>
        <p:nvSpPr>
          <p:cNvPr id="610" name="Google Shape;610;p66"/>
          <p:cNvSpPr txBox="1"/>
          <p:nvPr>
            <p:ph idx="1" type="subTitle"/>
          </p:nvPr>
        </p:nvSpPr>
        <p:spPr>
          <a:xfrm>
            <a:off x="510475" y="1453975"/>
            <a:ext cx="8301300" cy="3346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Limitations: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The datasets vary in quality and labeling standards, which makes learning harder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The model requires </a:t>
            </a:r>
            <a:r>
              <a:rPr lang="en" sz="2000"/>
              <a:t>substantial </a:t>
            </a:r>
            <a:r>
              <a:rPr lang="en" sz="2000"/>
              <a:t>training time on a standard laptop GPU, making </a:t>
            </a:r>
            <a:r>
              <a:rPr lang="en" sz="2000"/>
              <a:t>extensive </a:t>
            </a:r>
            <a:r>
              <a:rPr lang="en" sz="2000"/>
              <a:t>hyperparameter tuning difficult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Future: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Improving data quality and consistency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Integrating additional modalities, such as text or facial expressions</a:t>
            </a:r>
            <a:endParaRPr sz="20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67"/>
          <p:cNvSpPr txBox="1"/>
          <p:nvPr>
            <p:ph type="title"/>
          </p:nvPr>
        </p:nvSpPr>
        <p:spPr>
          <a:xfrm>
            <a:off x="713225" y="546857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616" name="Google Shape;616;p67"/>
          <p:cNvSpPr txBox="1"/>
          <p:nvPr>
            <p:ph idx="1" type="subTitle"/>
          </p:nvPr>
        </p:nvSpPr>
        <p:spPr>
          <a:xfrm>
            <a:off x="510475" y="1453975"/>
            <a:ext cx="8301300" cy="33465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Liu, Zhuang, Hanzi Mao, Chao-Yuan Wu, Christoph Feichtenhofer, Trevor Darrell, and Saining Xie. "A convnet for the 2020s." In Proceedings of the IEEE/CVF conference on computer vision and pattern recognition, pp. 11976-11986. 2022.</a:t>
            </a:r>
            <a:endParaRPr sz="20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68"/>
          <p:cNvSpPr txBox="1"/>
          <p:nvPr>
            <p:ph type="title"/>
          </p:nvPr>
        </p:nvSpPr>
        <p:spPr>
          <a:xfrm>
            <a:off x="2052475" y="1426975"/>
            <a:ext cx="5027100" cy="1344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" sz="6400"/>
              <a:t>Thank You!</a:t>
            </a:r>
            <a:endParaRPr sz="6400"/>
          </a:p>
        </p:txBody>
      </p:sp>
      <p:cxnSp>
        <p:nvCxnSpPr>
          <p:cNvPr id="622" name="Google Shape;622;p68"/>
          <p:cNvCxnSpPr/>
          <p:nvPr/>
        </p:nvCxnSpPr>
        <p:spPr>
          <a:xfrm>
            <a:off x="2135547" y="2916221"/>
            <a:ext cx="4868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diamond"/>
            <a:tailEnd len="med" w="med" type="diamon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Understanding Deviant Behavior: Causes and Solutions by Slidesgo">
  <a:themeElements>
    <a:clrScheme name="Simple Light">
      <a:dk1>
        <a:srgbClr val="EEE4D7"/>
      </a:dk1>
      <a:lt1>
        <a:srgbClr val="2A2B38"/>
      </a:lt1>
      <a:dk2>
        <a:srgbClr val="000000"/>
      </a:dk2>
      <a:lt2>
        <a:srgbClr val="1F202D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EEE4D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